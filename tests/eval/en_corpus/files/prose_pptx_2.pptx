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cc: Oyelaran, Laura; Ashworth, Dwayne</a:t>
            </a:r>
          </a:p>
          <a:p>
            <a:r>
              <a:t>Patrick Hargrove's laptop was returned to IT.</a:t>
            </a:r>
          </a:p>
          <a:p>
            <a:r>
              <a:t>Yesterday Alicia Ibrahim called about the invoice.</a:t>
            </a:r>
          </a:p>
          <a:p>
            <a:r>
              <a:t>Write to us at P.O. Box 4283, Columbus, TX 78701.</a:t>
            </a:r>
          </a:p>
          <a:p>
            <a:r>
              <a:t>The conference takes place in Austin in October.</a:t>
            </a:r>
          </a:p>
          <a:p>
            <a:r>
              <a:t>Passport number C3264052 issued in Raleigh.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BOSTON — The city council approved the plan on Tuesday.</a:t>
            </a:r>
          </a:p>
          <a:p>
            <a:r>
              <a:t>Customer reference 944324; contact on +1 212 555 1918 after 5pm.</a:t>
            </a:r>
          </a:p>
          <a:p>
            <a:r>
              <a:t>Our new hire, Thomas Delacroix, joined from Tidewater Insurance last month.</a:t>
            </a:r>
          </a:p>
          <a:p>
            <a:r>
              <a:t>Contact Brennan R. in accounts about the refund.</a:t>
            </a:r>
          </a:p>
          <a:p>
            <a:r>
              <a:t>According to Dr. Whitcombe, the results were inconclusive.</a:t>
            </a:r>
          </a:p>
          <a:p>
            <a:r>
              <a:t>Mobile: 555-202-8953  Fax: +44 (0)161 496 8231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From: Marcus Gallagher &lt;billing01@halcyon-demo.example.com&gt;</a:t>
            </a:r>
          </a:p>
          <a:p>
            <a:r>
              <a:t>Write to us at P.O. Box 8978, Raleigh, TX 78701.</a:t>
            </a:r>
          </a:p>
          <a:p>
            <a:r>
              <a:t>Wire the funds to IBAN GB81 HBUK 3154 8947 1948 40, reference INV-58110.</a:t>
            </a:r>
          </a:p>
          <a:p>
            <a:r>
              <a:t>This agreement is made between Brightline Systems Ltd (2037A Marchmont Avenue, Bristol, BS1 5TR) and Olivia R. Quigley, born 2001-12-21.</a:t>
            </a:r>
          </a:p>
          <a:p>
            <a:r>
              <a:t>Dear Olivia,</a:t>
            </a:r>
          </a:p>
          <a:p>
            <a:r>
              <a:t>The contract was countersigned by Jean-Paul Underhill-O'Connell.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