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Blue Harbor Capital (Flat 18, 3617 Calloway Court, Leeds) and Patrick A. Oyelaran, born Apr 11, 1961.</a:t>
            </a:r>
          </a:p>
          <a:p>
            <a:r>
              <a:t>The conference takes place in Raleigh in October.</a:t>
            </a:r>
          </a:p>
          <a:p>
            <a:r>
              <a:t>Offices: Denver, Sheffield and Cincinnati.</a:t>
            </a:r>
          </a:p>
          <a:p>
            <a:r>
              <a:t>Write to us at P.O. Box 7316, Tulsa, TX 78701.</a:t>
            </a:r>
          </a:p>
          <a:p>
            <a:r>
              <a:t>Signed by Laura J. Whitcombe on behalf of Brightline Systems Ltd.</a:t>
            </a:r>
          </a:p>
          <a:p>
            <a:r>
              <a:t>City: Sacramento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She moved to Halifax last spring and now works from the Glasgow office.</a:t>
            </a:r>
          </a:p>
          <a:p>
            <a:r>
              <a:t>Regards,</a:t>
            </a:r>
          </a:p>
          <a:p>
            <a:r>
              <a:t>Dwayne Nakamura</a:t>
            </a:r>
          </a:p>
          <a:p>
            <a:r>
              <a:t>Billing address: Flat 7, 4841 Pinecrest Parkway, London</a:t>
            </a:r>
          </a:p>
          <a:p>
            <a:r>
              <a:t>Please find attached the invoice from Kestrel Analytics for Fiona Tillman.</a:t>
            </a:r>
          </a:p>
          <a:p>
            <a:r>
              <a:t>Employee 28660: DOB Jun 8, 1993, NI EW676627A.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new hire, Rebecca Carmichael, joined from Blue Harbor Capital last month.</a:t>
            </a:r>
          </a:p>
          <a:p>
            <a:r>
              <a:t>Write to us at P.O. Box 2040, Raleigh, TX 78701.</a:t>
            </a:r>
          </a:p>
          <a:p>
            <a:r>
              <a:t>Regards,</a:t>
            </a:r>
          </a:p>
          <a:p>
            <a:r>
              <a:t>Jonathan Fitzgerald</a:t>
            </a:r>
          </a:p>
          <a:p>
            <a:r>
              <a:t>password: ghp_4334aB976798cD88998547eF</a:t>
            </a:r>
          </a:p>
          <a:p>
            <a:r>
              <a:t>NI no XJ759798D and tax code 1257L.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Mobile: 020 7946 3846  Fax: +44 20 7946 8429</a:t>
            </a:r>
          </a:p>
          <a:p>
            <a:r>
              <a:t>Employee 30075: DOB 15th of May 1977, NI RT082658A.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