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To: Oliver Fitzgerald &lt;billing16@halcyon-demo.example.com&gt;</a:t>
            </a:r>
          </a:p>
          <a:p>
            <a:r>
              <a:t>Social Security Number 167-89-1637 on file for Rebecca Lindqvist.</a:t>
            </a:r>
          </a:p>
          <a:p>
            <a:r>
              <a:t>She moved to Manchester last spring and now works from the Raleigh office.</a:t>
            </a:r>
          </a:p>
          <a:p>
            <a:r>
              <a:t>Thanks, Marcus — I will forward it to Ashworth R..</a:t>
            </a:r>
          </a:p>
          <a:p>
            <a:r>
              <a:t>DOB: 4/3/75</a:t>
            </a:r>
          </a:p>
          <a:p>
            <a:r>
              <a:t>DOB: 1948-02-22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Employee 18070: DOB 09/03/1967, NI AY676450A.</a:t>
            </a:r>
          </a:p>
          <a:p>
            <a:r>
              <a:t>Server 10.10.191.36 is reachable via VPN.</a:t>
            </a:r>
          </a:p>
          <a:p>
            <a:r>
              <a:t>Dear Dwayne,</a:t>
            </a:r>
          </a:p>
          <a:p>
            <a:r>
              <a:t>Applicant: Laura Whitfield, date of birth 3/16/96</a:t>
            </a:r>
          </a:p>
          <a:p>
            <a:r>
              <a:t>Collect from 61 Kingsway after noon.</a:t>
            </a:r>
          </a:p>
          <a:p>
            <a:r>
              <a:t>Social Security Number 540-46-8523 on file for Elizabeth Brennan.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flight from Glasgow to Glasgow was delayed by two hours.</a:t>
            </a:r>
          </a:p>
          <a:p>
            <a:r>
              <a:t>Passport number C91774161 issued in Sheffield.</a:t>
            </a:r>
          </a:p>
          <a:p>
            <a:r>
              <a:t>Customer reference 707756; contact on +1-312-555-8572 after 5pm.</a:t>
            </a:r>
          </a:p>
          <a:p>
            <a:r>
              <a:t>Hi Daniel Brennan, thanks for the quick reply.</a:t>
            </a:r>
          </a:p>
          <a:p>
            <a:r>
              <a:t>Billing address: 1911 Wexford Drive, Columbus, OH 43215</a:t>
            </a:r>
          </a:p>
          <a:p>
            <a:r>
              <a:t>Please find attached the invoice from Blue Harbor Capital for Terrence Quigley.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