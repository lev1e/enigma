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37160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91885">
                <a:tc>
                  <a:txBody>
                    <a:bodyPr/>
                    <a:lstStyle/>
                    <a:p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Date of Birth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Terrence Whitfield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1, 1970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903155979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289-41-6045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oliver.ibrahim@example.com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KATHERINE OKONKWO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2/24/01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D23368084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139-76-3847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mprescott56@demo-mail.example.org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Dwayne K. Dunleavy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 5, 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682092802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457-24-1302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billing76@halcyon-demo.example.com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James Thornbury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8th of March 1960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A23743287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459-41-5704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billing15@halcyon-demo.example.com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FIONA TILLMAN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19.04.1954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G56608538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646-26-2311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billing13@halcyon-demo.example.com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t>Delacroix, Priya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21th of August 1961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F19561512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606-13-1729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nathaniel.underhill@example.com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