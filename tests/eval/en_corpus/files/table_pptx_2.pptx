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Table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371600"/>
          <a:ext cx="85953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391885">
                <a:tc>
                  <a:txBody>
                    <a:bodyPr/>
                    <a:lstStyle/>
                    <a:p>
                      <a:r>
                        <a:t>Customer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Passport 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Date of birth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Card</a:t>
                      </a:r>
                    </a:p>
                  </a:txBody>
                  <a:tcPr/>
                </a:tc>
              </a:tr>
              <a:tr h="391885">
                <a:tc>
                  <a:txBody>
                    <a:bodyPr/>
                    <a:lstStyle/>
                    <a:p>
                      <a:r>
                        <a:t>Underhill, Oliver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188891878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22/02/2001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Glasgow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4111657104921056</a:t>
                      </a:r>
                    </a:p>
                  </a:txBody>
                  <a:tcPr/>
                </a:tc>
              </a:tr>
              <a:tr h="391885">
                <a:tc>
                  <a:txBody>
                    <a:bodyPr/>
                    <a:lstStyle/>
                    <a:p>
                      <a:r>
                        <a:t>Thomas Montgomery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B4818112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Sep 14, 1949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Halifax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5105-7738-4369-7983</a:t>
                      </a:r>
                    </a:p>
                  </a:txBody>
                  <a:tcPr/>
                </a:tc>
              </a:tr>
              <a:tr h="391885">
                <a:tc>
                  <a:txBody>
                    <a:bodyPr/>
                    <a:lstStyle/>
                    <a:p>
                      <a:r>
                        <a:t>SAMANTHA PRESCOTT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D2242086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1991-09-11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Leeds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4012 1244 4843 1516</a:t>
                      </a:r>
                    </a:p>
                  </a:txBody>
                  <a:tcPr/>
                </a:tc>
              </a:tr>
              <a:tr h="391885">
                <a:tc>
                  <a:txBody>
                    <a:bodyPr/>
                    <a:lstStyle/>
                    <a:p>
                      <a:r>
                        <a:t>GARETH HAVERFORD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X1593938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1986-08-04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Glasgow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5105 1981 8334 6266</a:t>
                      </a:r>
                    </a:p>
                  </a:txBody>
                  <a:tcPr/>
                </a:tc>
              </a:tr>
              <a:tr h="391885">
                <a:tc>
                  <a:txBody>
                    <a:bodyPr/>
                    <a:lstStyle/>
                    <a:p>
                      <a:r>
                        <a:t>DANIEL HAVERFORD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101523260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21th of May 1994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Austin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4111-7810-5181-2793</a:t>
                      </a:r>
                    </a:p>
                  </a:txBody>
                  <a:tcPr/>
                </a:tc>
              </a:tr>
              <a:tr h="391890">
                <a:tc>
                  <a:txBody>
                    <a:bodyPr/>
                    <a:lstStyle/>
                    <a:p>
                      <a:r>
                        <a:t>Nathaniel Montgomery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X1258289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02/03/1960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Cincinnati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4111-6480-3486-5612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