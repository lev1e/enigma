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91885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Samantha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December 18, 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839358142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07700 900125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Marcus Ibrahim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27.11.1973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Z3333343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+1 212 555 9045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Thomas E. Montgomery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09/07/1952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Z9788096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Tulsa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07700 900542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FIONA BRENNAN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6, 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E92066146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07700 900079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Rutherford, Elena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11th of September 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G3231143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+44 20 7946 0842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t>Whitcombe, Andrew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10.09.1963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E7665199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617.555.1352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