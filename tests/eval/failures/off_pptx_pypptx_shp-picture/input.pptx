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8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712"/>
  </p:normalViewPr>
  <p:slideViewPr>
    <p:cSldViewPr>
      <p:cViewPr varScale="1">
        <p:scale>
          <a:sx n="102" d="100"/>
          <a:sy n="102" d="100"/>
        </p:scale>
        <p:origin x="1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sk_live_967626Zq70361018Xw</a:t>
            </a:r>
          </a:p>
          <a:p>
            <a:r>
              <a:t>password: Rv970!kd8267Pm</a:t>
            </a:r>
          </a:p>
          <a:p>
            <a:r>
              <a:t>Halcyon Dynamics and Northwind Holdings signed by Marcus J. Underhill, SSN 243-63-7276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4200 0493 9044, phone +49 30 152481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ython-powered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026816" y="3073400"/>
            <a:ext cx="1778000" cy="711200"/>
          </a:xfrm>
          <a:prstGeom prst="rect">
            <a:avLst/>
          </a:prstGeom>
        </p:spPr>
      </p:pic>
      <p:pic>
        <p:nvPicPr>
          <p:cNvPr id="4" name="Picture 3" descr="python-powered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9" t="25571" r="10463" b="25572"/>
          <a:stretch/>
        </p:blipFill>
        <p:spPr>
          <a:xfrm>
            <a:off x="5614416" y="3255264"/>
            <a:ext cx="1316736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CCFE27-CDAC-B04F-9550-A044A8791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32" y="2072274"/>
            <a:ext cx="1901952" cy="27134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0E2FE1-68F0-4646-8866-82FDFA8B81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1" r="561" b="14664"/>
          <a:stretch/>
        </p:blipFill>
        <p:spPr>
          <a:xfrm>
            <a:off x="5462016" y="2492896"/>
            <a:ext cx="1891284" cy="189495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6790597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Marcus A. Okonkwo, date of birth 27/09/1971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7592 8122  Email: marcus.okonkwo17@demo-mail.example.com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3059 0070 3645, passport no. 634866283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548-57-3594; alt. contact Kowalczyk, Oliver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Orchard Lane Partners, 4696 Fenwick Street, Leeds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GB70NWBK35953740418134, attn John B. Castellanos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Marcus Underhill &lt;billing31@halcyon-demo.example.org&gt; tel (415) 555-8918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1023 Larkspur Way, Halifax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3599 Larkspur Way, Leeds, contact Marcus E. Delacroix +1-212-555-4338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Oliver Kowalczyk, passport C54626960, born July 20, 1990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10.110.1.173 (fallback 172.16.161.151), admin jcastellanos610@corp-demo.example.net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Marcus A.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+44 20 7592 8122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marcus.okonkwo17@demo-mail.example.com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548-57-3594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634866283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4696 Fenwick Street,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Oliver C. Kowalczyk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555-8918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billing31@halcyon-demo.example.org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243-63-7276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C54626960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1023 Larkspur Way,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John B. Castellanos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+1-212-555-4338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jcastellanos610@corp-demo.example.net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548-57-3594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634866283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3599 Larkspur Way, Leeds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Orchard Lane Partners (4696 Fenwick Street, Leeds) represented by John B. Castellanos and Marcus A. Okonkwo, born 27/09/1971, passport 634866283, residing at 1023 Larkspur Way, Halifax.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GB70NWBK35953740418134. Send notices to billing31@halcyon-demo.example.org or call +44 20 7592 8122. Copy Marcus Underhill (SSN 243-63-7276)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Oliver, please charge card 5500 3059 0070 3645 for Northwind Holdings; my cell is +1-212-555-4338 and my email jcastellanos610@corp-demo.example.net. Regards, Marcus E. Delacroix.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Macintosh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Orchard Lane Partners</dc:title>
  <dc:subject>Contact marcus.okonkwo17@demo-mail.example.com</dc:subject>
  <dc:creator>Marcus A. Okonkwo</dc:creator>
  <cp:keywords>+44 20 7592 8122; billing31@halcyon-demo.example.org</cp:keywords>
  <dc:description>Prepared for Oliver C. Kowalczyk</dc:description>
  <cp:lastModifiedBy>Steve Canny</cp:lastModifiedBy>
  <cp:revision>13</cp:revision>
  <dcterms:created xsi:type="dcterms:W3CDTF">2012-11-17T11:07:40Z</dcterms:created>
  <dcterms:modified xsi:type="dcterms:W3CDTF">2018-08-10T23:45:43Z</dcterms:modified>
  <cp:category/>
</cp:coreProperties>
</file>