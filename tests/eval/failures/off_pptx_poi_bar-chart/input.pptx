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2"/>
  </p:normalViewPr>
  <p:slideViewPr>
    <p:cSldViewPr>
      <p:cViewPr varScale="1">
        <p:scale>
          <a:sx n="119" d="100"/>
          <a:sy n="119" d="100"/>
        </p:scale>
        <p:origin x="144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8.200000000000001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1884094432"/>
        <c:axId val="-1884097184"/>
      </c:barChart>
      <c:valAx>
        <c:axId val="-1884097184"/>
        <c:scaling>
          <c:orientation val="minMax"/>
        </c:scaling>
        <c:delete val="0"/>
        <c:axPos val="b"/>
        <c:majorGridlines/>
        <c:majorTickMark val="out"/>
        <c:minorTickMark val="none"/>
        <c:tickLblPos val="nextTo"/>
        <c:crossAx val="-1884094432"/>
        <c:crossBetween val="between"/>
      </c:valAx>
      <c:catAx>
        <c:axId val="-18840944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-1884097184"/>
        <c:auto val="1"/>
        <c:lblAlgn val="ctr"/>
        <c:lblOffset val="100"/>
        <c:noMultiLvlLbl val="0"/>
      </c:cat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 = sk_live_467711Zq68137246Xw</a:t>
            </a:r>
          </a:p>
          <a:p>
            <a:r>
              <a:t>password: Rv212!kd6973Pm</a:t>
            </a:r>
          </a:p>
          <a:p>
            <a:r>
              <a:t>Northwind Holdings and Quillfeather Labs signed by John E. Abernathy, SSN 585-22-7809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 on file 4111 7991 2928 7433, phone +49 30 560722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My </a:t>
            </a:r>
            <a:r>
              <a:rPr lang="en-US" smtClean="0"/>
              <a:t>Bar </a:t>
            </a:r>
            <a:r>
              <a:rPr lang="en-US" dirty="0" smtClean="0"/>
              <a:t>Chart</a:t>
            </a:r>
            <a:endParaRPr lang="ru-RU" dirty="0"/>
          </a:p>
        </p:txBody>
      </p:sp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693562799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24918824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Applicant: Priya R. Okonkwo, date of birth 24/11/1976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Phone: +44 20 7220 5067  Email: priya.okonkwo27@demo-mail.example.com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1673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Card 5500 6765 0796 0635, passport no. 944511381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8366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SSN 407-36-3020; alt. contact Delacroix, Yuki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50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Halcyon Dynamics, 488 Larkspur Way, Portland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Wire to IBAN GB29NWBK11711612840514, attn Grace J. Haverford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8444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Customer: John Abernathy &lt;billing77@northwind-demo.example.org&gt; tel (415) 555-9754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5137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Billing address: 1879 Fenwick Street, Halifax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1830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Ship to 3213 Fenwick Street, Halifax, contact Thomas S. Whitfield +1-212-555-6363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28523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Witness: Yuki Delacroix, passport F10817534, born October 20, 1989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852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Server 10.118.239.221 (fallback 172.16.163.166), admin ghaverford819@corp-demo.example.net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4320" y="36576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858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Address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Priya R. Okonkwo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+44 20 7220 5067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priya.okonkwo27@demo-mail.example.com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407-36-3020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944511381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488 Larkspur Way, Portland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Yuki T. Delacroix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(415) 555-9754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billing77@northwind-demo.example.org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585-22-7809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F10817534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1879 Fenwick Street, Halifax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Grace J. Haverford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+1-212-555-6363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ghaverford819@corp-demo.example.net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407-36-3020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944511381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3213 Fenwick Street, Halifax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agreement is made between Halcyon Dynamics (488 Larkspur Way, Portland) represented by Grace J. Haverford and Priya R. Okonkwo, born 24/11/1976, passport 944511381, residing at 1879 Fenwick Street, Halifax.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Payments go to IBAN GB29NWBK11711612840514. Send notices to billing77@northwind-demo.example.org or call +44 20 7220 5067. Copy John Abernathy (SSN 585-22-7809) on every invoice.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 Yuki, please charge card 5500 6765 0796 0635 for Quillfeather Labs; my cell is +1-212-555-6363 and my email ghaverford819@corp-demo.example.net. Regards, Thomas S. Whitfield.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2779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Macintosh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My Bar Chart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Agreement Halcyon Dynamics</dc:title>
  <dc:creator>Priya R. Okonkwo</dc:creator>
  <cp:lastModifiedBy>Alain Béarez</cp:lastModifiedBy>
  <cp:revision>3</cp:revision>
  <dcterms:created xsi:type="dcterms:W3CDTF">2006-08-16T00:00:00Z</dcterms:created>
  <dcterms:modified xsi:type="dcterms:W3CDTF">2017-06-03T19:37:26Z</dcterms:modified>
  <dc:subject>Contact priya.okonkwo27@demo-mail.example.com</dc:subject>
  <cp:keywords>+44 20 7220 5067; billing77@northwind-demo.example.org</cp:keywords>
  <dc:description>Prepared for Yuki T. Delacroix</dc:description>
</cp:coreProperties>
</file>