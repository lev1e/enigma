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  <p:sldId id="258" r:id="rId9"/>
    <p:sldId id="259" r:id="rId10"/>
    <p:sldId id="260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8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sk_live_943721Zq00739567Xw</a:t>
            </a:r>
          </a:p>
          <a:p>
            <a:r>
              <a:t>password: Rv455!kd4278Pm</a:t>
            </a:r>
          </a:p>
          <a:p>
            <a:r>
              <a:t>Redwood Ferris Logistics and Orchard Lane Partners signed by Thomas K. Lindqvist, SSN 573-84-2483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9221 1286 4503, phone +49 30 468967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936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01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83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371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5486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10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3045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411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92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7326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56674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D421F-C257-436E-91D2-E7FA5D1AE9D4}" type="datetimeFigureOut">
              <a:rPr lang="de-DE" smtClean="0"/>
              <a:t>21.11.2015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CFD1E-490D-45D6-A2A8-DDF40281009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628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599944"/>
              </p:ext>
            </p:extLst>
          </p:nvPr>
        </p:nvGraphicFramePr>
        <p:xfrm>
          <a:off x="1821688" y="1213442"/>
          <a:ext cx="8127999" cy="2902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9024">
                  <a:extLst>
                    <a:ext uri="{9D8B030D-6E8A-4147-A177-3AD203B41FA5}">
                      <a16:colId xmlns:a16="http://schemas.microsoft.com/office/drawing/2014/main" val="3143191818"/>
                    </a:ext>
                  </a:extLst>
                </a:gridCol>
                <a:gridCol w="3829642">
                  <a:extLst>
                    <a:ext uri="{9D8B030D-6E8A-4147-A177-3AD203B41FA5}">
                      <a16:colId xmlns:a16="http://schemas.microsoft.com/office/drawing/2014/main" val="215311807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952543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058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404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937493"/>
                  </a:ext>
                </a:extLst>
              </a:tr>
              <a:tr h="1048174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8961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141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142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807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Marcus S. Delacroix, date of birth 06/02/1997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7540 5085  Email: marcus.delacroix61@demo-mail.example.com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0178 0225 4374, passport no. 668568927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467-61-1059; alt. contact Underhill, John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Halcyon Dynamics, 1969 Brambleton Road, Leeds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GB56NWBK82487600651388, attn Oliver J. Vandermeer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Thomas Lindqvist &lt;billing49@northwind-demo.example.org&gt; tel (415) 555-3974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153 Brambleton Road, Springfield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2312 Calloway Court, Leeds, contact John T. Kowalczyk +1-212-555-8811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John Underhill, passport E71058104, born October 27, 1972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10.93.109.180 (fallback 172.16.151.238), admin ovandermeer923@corp-demo.example.net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Marcus S. Delacroix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+44 20 7540 5085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marcus.delacroix61@demo-mail.example.com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467-61-1059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668568927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1969 Brambleton Road,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John T. Underhill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555-3974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billing49@northwind-demo.example.org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573-84-2483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E71058104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 Brambleton Road, Springfield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Oliver J. Vandermeer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+1-212-555-8811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ovandermeer923@corp-demo.example.net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467-61-1059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668568927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2312 Calloway Court, Leeds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Halcyon Dynamics (1969 Brambleton Road, Leeds) represented by Oliver J. Vandermeer and Marcus S. Delacroix, born 06/02/1997, passport 668568927, residing at 153 Brambleton Road, Springfield.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GB56NWBK82487600651388. Send notices to billing49@northwind-demo.example.org or call +44 20 7540 5085. Copy Thomas Lindqvist (SSN 573-84-2483)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John, please charge card 5500 0178 0225 4374 for Orchard Lane Partners; my cell is +1-212-555-8811 and my email ovandermeer923@corp-demo.example.net. Regards, John T. Kowalczyk.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2015-11-19T23:16:46Z</dcterms:created>
  <dc:creator>Marcus S. Delacroix</dc:creator>
  <cp:lastModifiedBy>Andreas Beeker</cp:lastModifiedBy>
  <dcterms:modified xsi:type="dcterms:W3CDTF">2015-11-20T23:48:24Z</dcterms:modified>
  <cp:revision>2</cp:revision>
  <dc:title>Agreement Halcyon Dynamics</dc:title>
  <dc:subject>Contact marcus.delacroix61@demo-mail.example.com</dc:subject>
  <cp:keywords>+44 20 7540 5085; billing49@northwind-demo.example.org</cp:keywords>
  <dc:description>Prepared for John T. Underhill</dc:description>
</cp:coreProperties>
</file>