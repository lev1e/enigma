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14FD6-FFE1-44FC-A910-A6817415A713}" type="datetimeFigureOut">
              <a:rPr lang="en-US" smtClean="0"/>
              <a:t>9/26/2011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5787F-3C1C-4323-9387-443C094C2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6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token = sk_live_164152Zq35630230Xw</a:t>
            </a:r>
          </a:p>
          <a:p>
            <a:r>
              <a:t>password: Rv496!kd2409Pm</a:t>
            </a:r>
          </a:p>
          <a:p>
            <a:r>
              <a:t>Halcyon Dynamics and Blue Harbor Capital signed by John N. Delacroix, SSN 530-83-3953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 on file 4111 0694 4376 3111, phone +49 30 346013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62000" y="457200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This is the Master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b="1" i="1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Master subtitle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17ED-3EAA-406D-A3BB-AEF6E130108E}" type="datetimeFigureOut">
              <a:rPr lang="en-US" smtClean="0"/>
              <a:t>9/26/2011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smtClean="0"/>
              <a:t>Footer from the master slide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70819-7E63-4C0C-BF11-645F18DC92F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81000" y="2438400"/>
            <a:ext cx="853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smtClean="0">
                <a:solidFill>
                  <a:srgbClr val="92D050"/>
                </a:solidFill>
              </a:rPr>
              <a:t>This text comes from the Master Slide</a:t>
            </a:r>
            <a:endParaRPr lang="en-US" sz="36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4695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17ED-3EAA-406D-A3BB-AEF6E130108E}" type="datetimeFigureOut">
              <a:rPr lang="en-US" smtClean="0"/>
              <a:t>9/26/2011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70819-7E63-4C0C-BF11-645F18DC9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207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17ED-3EAA-406D-A3BB-AEF6E130108E}" type="datetimeFigureOut">
              <a:rPr lang="en-US" smtClean="0"/>
              <a:t>9/26/2011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70819-7E63-4C0C-BF11-645F18DC9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94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17ED-3EAA-406D-A3BB-AEF6E130108E}" type="datetimeFigureOut">
              <a:rPr lang="en-US" smtClean="0"/>
              <a:t>9/26/2011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70819-7E63-4C0C-BF11-645F18DC9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835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17ED-3EAA-406D-A3BB-AEF6E130108E}" type="datetimeFigureOut">
              <a:rPr lang="en-US" smtClean="0"/>
              <a:t>9/26/2011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70819-7E63-4C0C-BF11-645F18DC9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712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17ED-3EAA-406D-A3BB-AEF6E130108E}" type="datetimeFigureOut">
              <a:rPr lang="en-US" smtClean="0"/>
              <a:t>9/26/2011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70819-7E63-4C0C-BF11-645F18DC9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87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17ED-3EAA-406D-A3BB-AEF6E130108E}" type="datetimeFigureOut">
              <a:rPr lang="en-US" smtClean="0"/>
              <a:t>9/26/2011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70819-7E63-4C0C-BF11-645F18DC9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295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17ED-3EAA-406D-A3BB-AEF6E130108E}" type="datetimeFigureOut">
              <a:rPr lang="en-US" smtClean="0"/>
              <a:t>9/26/2011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70819-7E63-4C0C-BF11-645F18DC9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132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17ED-3EAA-406D-A3BB-AEF6E130108E}" type="datetimeFigureOut">
              <a:rPr lang="en-US" smtClean="0"/>
              <a:t>9/26/2011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70819-7E63-4C0C-BF11-645F18DC9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820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17ED-3EAA-406D-A3BB-AEF6E130108E}" type="datetimeFigureOut">
              <a:rPr lang="en-US" smtClean="0"/>
              <a:t>9/26/2011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70819-7E63-4C0C-BF11-645F18DC9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25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17ED-3EAA-406D-A3BB-AEF6E130108E}" type="datetimeFigureOut">
              <a:rPr lang="en-US" smtClean="0"/>
              <a:t>9/26/2011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70819-7E63-4C0C-BF11-645F18DC9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4457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Theme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Theme Master first level</a:t>
            </a:r>
          </a:p>
          <a:p>
            <a:pPr lvl="1"/>
            <a:r>
              <a:rPr lang="en-US" dirty="0" smtClean="0"/>
              <a:t>And the 2nd level</a:t>
            </a:r>
          </a:p>
          <a:p>
            <a:pPr lvl="2"/>
            <a:r>
              <a:rPr lang="en-GB" dirty="0" smtClean="0"/>
              <a:t>Our 3rd level goes here</a:t>
            </a:r>
            <a:endParaRPr lang="en-US" dirty="0" smtClean="0"/>
          </a:p>
          <a:p>
            <a:pPr lvl="3"/>
            <a:r>
              <a:rPr lang="en-US" dirty="0" smtClean="0"/>
              <a:t>And onto the 4th, such fun….</a:t>
            </a:r>
          </a:p>
          <a:p>
            <a:pPr lvl="4"/>
            <a:r>
              <a:rPr lang="en-US" dirty="0" smtClean="0"/>
              <a:t>Finally is the 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917ED-3EAA-406D-A3BB-AEF6E130108E}" type="datetimeFigureOut">
              <a:rPr lang="en-US" smtClean="0"/>
              <a:t>9/26/2011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70819-7E63-4C0C-BF11-645F18DC9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9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1" kern="1200" baseline="300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i="1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First page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First page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315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2</a:t>
            </a:r>
            <a:r>
              <a:rPr lang="en-GB" baseline="30000" dirty="0" smtClean="0"/>
              <a:t>nd</a:t>
            </a:r>
            <a:r>
              <a:rPr lang="en-GB" dirty="0" smtClean="0"/>
              <a:t> page subtitle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Footer from the master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150092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Applicant: Thomas C. Haverford, date of birth 01/05/1974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Phone: +44 20 7916 2496  Email: thomas.haverford69@demo-mail.example.com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1673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Card 5500 2893 6830 9879, passport no. 102703246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8366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SSN 168-52-8930; alt. contact Whitfield, Oliver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50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Orchard Lane Partners, 3720 Larkspur Way, Springfield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17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Wire to IBAN GB76NWBK53438301309234, attn Yuki N. Kowalczyk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8444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Customer: John Delacroix &lt;billing55@halcyon-demo.example.org&gt; tel (415) 555-2597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5137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Billing address: 578 Brambleton Road, Halifax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71830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Ship to 2823 Calloway Court, Springfield, contact Marcus J. Vandermeer +1-212-555-2258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28523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Witness: Oliver Whitfield, passport B22519978, born October 3, 1977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852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Server 10.135.53.8 (fallback 172.16.118.19), admin ykowalczyk903@corp-demo.example.net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4320" y="36576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858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Address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Thomas C. Haverford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+44 20 7916 2496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thomas.haverford69@demo-mail.example.com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168-52-8930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102703246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3720 Larkspur Way, Springfield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Oliver R. Whitfield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(415) 555-2597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billing55@halcyon-demo.example.org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530-83-3953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B22519978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578 Brambleton Road, Halifax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Yuki N. Kowalczyk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+1-212-555-2258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ykowalczyk903@corp-demo.example.net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168-52-8930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102703246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2823 Calloway Court, Springfield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agreement is made between Orchard Lane Partners (3720 Larkspur Way, Springfield) represented by Yuki N. Kowalczyk and Thomas C. Haverford, born 01/05/1974, passport 102703246, residing at 578 Brambleton Road, Halifax.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Payments go to IBAN GB76NWBK53438301309234. Send notices to billing55@halcyon-demo.example.org or call +44 20 7916 2496. Copy John Delacroix (SSN 530-83-3953) on every invoice.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 Oliver, please charge card 5500 2893 6830 9879 for Blue Harbor Capital; my cell is +1-212-555-2258 and my email ykowalczyk903@corp-demo.example.net. Regards, Marcus J. Vandermeer.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229600" cy="2779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</Words>
  <Application>Microsoft Office PowerPoint</Application>
  <PresentationFormat>On-screen Show (4:3)</PresentationFormat>
  <Paragraphs>4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First page title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Agreement Orchard Lane Partners</dc:title>
  <dc:creator>Thomas C. Haverford</dc:creator>
  <cp:lastModifiedBy>Windows User</cp:lastModifiedBy>
  <cp:revision>6</cp:revision>
  <dcterms:created xsi:type="dcterms:W3CDTF">2011-09-26T13:27:36Z</dcterms:created>
  <dcterms:modified xsi:type="dcterms:W3CDTF">2011-09-26T13:44:57Z</dcterms:modified>
  <dc:subject>Contact thomas.haverford69@demo-mail.example.com</dc:subject>
  <cp:keywords>+44 20 7916 2496; billing55@halcyon-demo.example.org</cp:keywords>
  <dc:description>Prepared for Oliver R. Whitfield</dc:description>
</cp:coreProperties>
</file>