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2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sk_live_095243Zq99981654Xw</a:t>
            </a:r>
          </a:p>
          <a:p>
            <a:r>
              <a:t>password: Rv127!kd4137Pm</a:t>
            </a:r>
          </a:p>
          <a:p>
            <a:r>
              <a:t>Redwood Ferris Logistics and Halcyon Dynamics signed by Marcus B. Underhill, SSN 653-75-2765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2836 4527 5859, phone +49 30 541457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F4BB1-0748-4A15-82FD-1C7BF0570191}" type="datetimeFigureOut">
              <a:rPr lang="ru-RU" smtClean="0"/>
              <a:t>17.12.2009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2601B-348B-4282-BBCB-3F9F2465902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Thomas C. Okonkwo, date of birth 06/03/1973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7209 2933  Email: thomas.okonkwo64@demo-mail.example.com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5642 0480 5535, passport no. 981503059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278-43-6909; alt. contact Lindqvist, Elena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Quillfeather Labs, 3265 Fenwick Street, Portland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GB77NWBK48022147177127, attn Elena C. Kowalczyk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Marcus Underhill &lt;billing30@northwind-demo.example.org&gt; tel (415) 555-4437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2064 Larkspur Way, Dunedin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1753 Fenwick Street, Springfield, contact Priya S. Delacroix +1-212-555-5820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Elena Lindqvist, passport F65740320, born October 2, 1956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10.241.72.62 (fallback 172.16.209.157), admin ekowalczyk408@corp-demo.example.net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C.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+44 20 7209 2933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thomas.okonkwo64@demo-mail.example.com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278-43-6909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981503059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3265 Fenwick Street, Portland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A.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555-4437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billing30@northwind-demo.example.org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653-75-2765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F65740320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2064 Larkspur Way, Dunedin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C. Kowalczyk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+1-212-555-5820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ekowalczyk408@corp-demo.example.net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278-43-6909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981503059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1753 Fenwick Street, Springfield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Quillfeather Labs (3265 Fenwick Street, Portland) represented by Elena C. Kowalczyk and Thomas C. Okonkwo, born 06/03/1973, passport 981503059, residing at 2064 Larkspur Way, Dunedin.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GB77NWBK48022147177127. Send notices to billing30@northwind-demo.example.org or call +44 20 7209 2933. Copy Marcus Underhill (SSN 653-75-2765)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Elena, please charge card 5500 5642 0480 5535 for Halcyon Dynamics; my cell is +1-212-555-5820 and my email ekowalczyk408@corp-demo.example.net. Regards, Priya S. Delacroix.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Экран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Слайд 1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Quillfeather Labs</dc:title>
  <dc:creator>Thomas C. Okonkwo</dc:creator>
  <cp:lastModifiedBy>jet</cp:lastModifiedBy>
  <cp:revision>1</cp:revision>
  <dcterms:created xsi:type="dcterms:W3CDTF">2009-12-17T12:07:24Z</dcterms:created>
  <dcterms:modified xsi:type="dcterms:W3CDTF">2009-12-17T12:10:40Z</dcterms:modified>
  <dc:subject>Contact thomas.okonkwo64@demo-mail.example.com</dc:subject>
  <cp:keywords>+44 20 7209 2933; billing30@northwind-demo.example.org</cp:keywords>
  <dc:description>Prepared for Elena A. Lindqvist</dc:description>
</cp:coreProperties>
</file>