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96784-F094-4B17-8B83-AE23BC19E6E8}" type="datetimeFigureOut">
              <a:rPr lang="en-US" smtClean="0"/>
              <a:t>8/14/2007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BB87B-4768-4521-991C-A3C89D1764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5BB87B-4768-4521-991C-A3C89D1764D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sk_live_372157Zq68672728Xw</a:t>
            </a:r>
          </a:p>
          <a:p>
            <a:r>
              <a:t>password: Rv081!kd9549Pm</a:t>
            </a:r>
          </a:p>
          <a:p>
            <a:r>
              <a:t>Northwind Holdings and Halcyon Dynamics signed by Yuki T. Haverford, SSN 229-23-6245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2474 8165 6677, phone +49 30 117250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5" name="Rectangle 3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5" name="Rectangle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29" name="Rectangle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Rectangle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3B4D0F41-D1C5-4A25-8660-AA0785337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AE073D-4521-409C-8D84-0C71158ECE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Rectangle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" name="Rectangle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5FA7539F-09F7-47AD-9E45-105E9BA60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2542E0-BC0C-4AF8-B34C-7B87849411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Rectangle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25" name="Rectangle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C738CC58-ABD2-43E4-9B74-CD33CA1A03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5542C1-2346-48A4-8E1D-0697BB0198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31" name="Rectangle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Rectangle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33FF3C73-1782-4D24-98F9-D463D7C280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3CCF7-7DDD-4309-A484-4757746B24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5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8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6" name="Rectangle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22" name="Rectangle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Rectangle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33095D0D-EA5D-47FC-839A-8678A04B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9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47FF6-4A28-4488-8B1D-202C72B75D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8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Rectangle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" name="Rectangle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B9A37EA7-9360-4B84-A612-359AA9F63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EB45FB-2AD7-44BE-8130-8972D151B8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8E4C7396-2819-4CD4-A770-B073660FAD0A}" type="datetimeFigureOut">
              <a:rPr lang="en-US"/>
              <a:pPr>
                <a:defRPr/>
              </a:pPr>
              <a:t>8/14/2007</a:t>
            </a:fld>
            <a:endParaRPr lang="en-US"/>
          </a:p>
        </p:txBody>
      </p:sp>
      <p:sp>
        <p:nvSpPr>
          <p:cNvPr id="3" name="Rectangle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ffectLst/>
        </p:spPr>
        <p:txBody>
          <a:bodyPr/>
          <a:lstStyle>
            <a:lvl1pPr eaLnBrk="1" fontAlgn="auto">
              <a:spcBef>
                <a:spcPts val="0"/>
              </a:spcBef>
              <a:spcAft>
                <a:spcPts val="0"/>
              </a:spcAft>
              <a:defRPr kern="0">
                <a:latin typeface="+mn-lt"/>
              </a:defRPr>
            </a:lvl1pPr>
          </a:lstStyle>
          <a:p>
            <a:pPr>
              <a:defRPr/>
            </a:pPr>
            <a:fld id="{ECA37C99-C515-4ABD-A43D-A9DF776BCB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4"/>
          <p:cNvSpPr>
            <a:spLocks noGrp="1"/>
          </p:cNvSpPr>
          <p:nvPr>
            <p:ph type="dt" sz="half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10" name="Rectangle 5"/>
          <p:cNvSpPr>
            <a:spLocks noGrp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6"/>
          <p:cNvSpPr>
            <a:spLocks noGrp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EEF794-2E34-4F46-AFB6-4B05B6BA16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>
              <a:defRPr>
                <a:latin typeface="Calibri" pitchFamily="34" charset="0"/>
              </a:defRPr>
            </a:lvl1pPr>
          </a:lstStyle>
          <a:p>
            <a:fld id="{FCFDADFA-EB9D-4010-884E-0ED9201A937C}" type="datetime1">
              <a:rPr lang="en-US"/>
              <a:pPr/>
              <a:t>8/14/2007</a:t>
            </a:fld>
            <a:endParaRPr 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>
              <a:defRPr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>
              <a:defRPr>
                <a:latin typeface="Calibri" pitchFamily="34" charset="0"/>
              </a:defRPr>
            </a:lvl1pPr>
          </a:lstStyle>
          <a:p>
            <a:fld id="{6074AD92-7231-4B06-8A02-4F89A5B961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9pPr>
    </p:bodyStyle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hangingPunct="1"/>
            <a:r>
              <a:rPr lang="en-US">
                <a:sym typeface="Wingdings" pitchFamily="2" charset="2"/>
              </a:rPr>
              <a:t>Lorem ipsum dolor sit amet</a:t>
            </a:r>
            <a:endParaRPr lang="en-US"/>
          </a:p>
        </p:txBody>
      </p:sp>
      <p:sp>
        <p:nvSpPr>
          <p:cNvPr id="2050" name="Rectang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spcAft>
                <a:spcPct val="10000"/>
              </a:spcAft>
            </a:pPr>
            <a:r>
              <a:rPr lang="en-US">
                <a:sym typeface="Wingdings" pitchFamily="2" charset="2"/>
              </a:rPr>
              <a:t>Nunc at risus vel erat tempus posuere. Aenean non ante.</a:t>
            </a:r>
            <a:endParaRPr lang="en-US"/>
          </a:p>
          <a:p>
            <a:pPr hangingPunct="1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hangingPunct="1"/>
            <a:r>
              <a:rPr lang="en-US">
                <a:sym typeface="Wingdings" pitchFamily="2" charset="2"/>
              </a:rPr>
              <a:t>Lorem ipsum dolor sit amet</a:t>
            </a:r>
            <a:endParaRPr lang="en-US"/>
          </a:p>
        </p:txBody>
      </p:sp>
      <p:sp>
        <p:nvSpPr>
          <p:cNvPr id="3074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1"/>
            <a:r>
              <a:rPr lang="da-DK"/>
              <a:t>Lorem</a:t>
            </a:r>
          </a:p>
          <a:p>
            <a:pPr hangingPunct="1"/>
            <a:r>
              <a:rPr lang="da-DK"/>
              <a:t>ipsum</a:t>
            </a:r>
          </a:p>
          <a:p>
            <a:pPr hangingPunct="1"/>
            <a:r>
              <a:rPr lang="da-DK"/>
              <a:t>dolor</a:t>
            </a:r>
          </a:p>
          <a:p>
            <a:pPr hangingPunct="1"/>
            <a:r>
              <a:rPr lang="da-DK"/>
              <a:t>sit</a:t>
            </a:r>
          </a:p>
          <a:p>
            <a:pPr hangingPunct="1"/>
            <a:r>
              <a:rPr lang="da-DK"/>
              <a:t>amet</a:t>
            </a:r>
          </a:p>
          <a:p>
            <a:pPr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Yuki R. Delacroix, date of birth 04/11/1958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7409 7174  Email: yuki.delacroix56@demo-mail.example.com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2292 0323 7947, passport no. 531842926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533-33-9464; alt. contact Vandermeer, Priya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Quillfeather Labs, 4145 Calloway Court, Leeds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GB83NWBK98357741813869, attn Priya T. Underhill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Yuki Haverford &lt;billing35@northwind-demo.example.org&gt; tel (415) 555-4210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3996 Larkspur Way, Halifax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2082 Brambleton Road, Leeds, contact Elena K. Okonkwo +1-212-555-4930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Priya Vandermeer, passport A11254014, born October 25, 1968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10.40.217.137 (fallback 172.16.191.119), admin punderhill983@corp-demo.example.net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Yuki R. Delacroix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+44 20 7409 7174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yuki.delacroix56@demo-mail.example.com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533-33-9464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531842926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4145 Calloway Court,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Priya T. Vandermeer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555-4210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billing35@northwind-demo.example.org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229-23-6245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A11254014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3996 Larkspur Way,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Priya T. Underhill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+1-212-555-4930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punderhill983@corp-demo.example.net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533-33-9464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531842926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2082 Brambleton Road, Leeds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Quillfeather Labs (4145 Calloway Court, Leeds) represented by Priya T. Underhill and Yuki R. Delacroix, born 04/11/1958, passport 531842926, residing at 3996 Larkspur Way, Halifax.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GB83NWBK98357741813869. Send notices to billing35@northwind-demo.example.org or call +44 20 7409 7174. Copy Yuki Haverford (SSN 229-23-6245) on every invoice.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Priya, please charge card 5500 2292 0323 7947 for Halcyon Dynamics; my cell is +1-212-555-4930 and my email punderhill983@corp-demo.example.net. Regards, Elena K. Okonkwo.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Lorem ipsum dolor sit amet</vt:lpstr>
      <vt:lpstr>Lorem ipsum dolor sit amet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Quillfeather Labs</dc:title>
  <dc:creator>Yuki R. Delacroix</dc:creator>
  <cp:lastModifiedBy/>
  <cp:revision>1</cp:revision>
  <dcterms:created xsi:type="dcterms:W3CDTF">2007-08-15T06:51:09Z</dcterms:created>
  <dcterms:modified xsi:type="dcterms:W3CDTF">2007-08-15T06:51:14Z</dcterms:modified>
  <dc:subject>Contact yuki.delacroix56@demo-mail.example.com</dc:subject>
  <cp:keywords>+44 20 7409 7174; billing35@northwind-demo.example.org</cp:keywords>
  <dc:description>Prepared for Priya T. Vandermeer</dc:description>
</cp:coreProperties>
</file>