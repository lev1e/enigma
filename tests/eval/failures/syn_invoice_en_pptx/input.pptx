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notesMaster" Target="notesMasters/notesMaster1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token = sk_live_643957Zq85898585Xw</a:t>
            </a:r>
          </a:p>
          <a:p>
            <a:r>
              <a:t>password: Rv652!kd6550Pm</a:t>
            </a:r>
          </a:p>
          <a:p>
            <a:r>
              <a:t>Redwood Ferris Logistics and Northwind Holdings signed by Priya K. Haverford, SSN 356-71-4002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Card on file 4111 2535 0378 3410, phone +49 30 344208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INVOICE 6991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1. The parties agree as follows and confirm that each of them has full authority to enter into this agreement on the terms set out below.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1268 Larkspur Way, Portland, contact Oliver D. Castellanos +1-212-555-7401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2. The Supplier shall deliver the goods in the quantities and by the dates listed in Schedule A, and the Buyer shall pay the invoiced amounts within thirty days of receipt.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This agreement is made between Halcyon Dynamics (3427 Marchmont Avenue, Leeds) 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3. Action items: (1) finalise the budget; (2) circulate the revised timeline; (3) schedule the follow-up review. Approved unanimously.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4741 5959 5279, passport no. 997223253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4. No amendment is effective unless it is made in writing and signed by an authorised representative of each party.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The parties agree as follows and confirm that each of them has full authority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GB35NWBK75421009394643. Send notices to billing94@northwind-demo.example.org or call +44 20 7327 7963. Copy Priya Haverford (SSN 356-71-4002)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4119 Marchmont Avenue, Halifax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password: Rv652!kd6550Pm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Phone: +44 20 7327 7963  Email: elena.kowalczyk30@demo-mail.example.com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Elena D. Kowalczyk, date of birth 15/08/1985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Halcyon Dynamics, 3427 Marchmont Avenue, Leeds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Marcus Vandermeer, passport E66944344, born July 1, 1973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Card on file 4111 2535 0378 3410, phone +49 30 344208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token = sk_live_643957Zq85898585Xw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GB35NWBK75421009394643, attn Thomas T. Lindqvist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Redwood Ferris Logistics and Northwind Holdings signed by Priya K. Haverford, SSN 356-71-4002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Server 10.5.196.143 (fallback 172.16.63.139), admin tlindqvist127@corp-demo.exam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394-82-7643; alt. contact Vandermeer, Marcus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83464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Priya Haverford &lt;billing94@northwind-demo.example.org&gt; tel (415) 555-9345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29768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Signatures: ______ / Priya Haverford &lt;billing94@northwind-demo.example.org&gt; tel (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Applicant: Elena D. Kowalczyk, date of birth 15/08/1985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4980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Phone: +44 20 7327 7963  Email: elena.kowalczyk30@demo-mail.example.com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31673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Card 5500 4741 5959 5279, passport no. 997223253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8366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SSN 394-82-7643; alt. contact Vandermeer, Marcus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45059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Halcyon Dynamics, 3427 Marchmont Avenue, Leeds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3017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Wire to IBAN GB35NWBK75421009394643, attn Thomas T. Lindqvist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584448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Customer: Priya Haverford &lt;billing94@northwind-demo.example.org&gt; tel (415) 555-9345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4151376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Billing address: 4119 Marchmont Avenue, Halifax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4718304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Ship to 1268 Larkspur Way, Portland, contact Oliver D. Castellanos +1-212-555-7401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5285232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Witness: Marcus Vandermeer, passport E66944344, born July 1, 1973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Server 10.5.196.143 (fallback 172.16.63.139), admin tlindqvist127@corp-demo.example.net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274320" y="365760"/>
          <a:ext cx="85953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685800">
                <a:tc>
                  <a:txBody>
                    <a:bodyPr/>
                    <a:lstStyle/>
                    <a:p>
                      <a: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Phone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SSN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Passport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Address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Elena D. Kowalczyk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+44 20 7327 7963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elena.kowalczyk30@demo-mail.example.com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394-82-7643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997223253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3427 Marchmont Avenue, Leeds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Marcus S. Vandermeer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(415) 555-9345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billing94@northwind-demo.example.org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356-71-4002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E66944344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4119 Marchmont Avenue, Halifax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Thomas T. Lindqvist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+1-212-555-7401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tlindqvist127@corp-demo.example.net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394-82-7643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997223253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1268 Larkspur Way, Portland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agreement is made between Halcyon Dynamics (3427 Marchmont Avenue, Leeds) represented by Thomas T. Lindqvist and Elena D. Kowalczyk, born 15/08/1985, passport 997223253, residing at 4119 Marchmont Avenue, Halifax.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Payments go to IBAN GB35NWBK75421009394643. Send notices to billing94@northwind-demo.example.org or call +44 20 7327 7963. Copy Priya Haverford (SSN 356-71-4002) on every invoice.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Hi Marcus, please charge card 5500 4741 5959 5279 for Northwind Holdings; my cell is +1-212-555-7401 and my email tlindqvist127@corp-demo.example.net. Regards, Oliver D. Castellanos.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914400"/>
            <a:ext cx="8229600" cy="27797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Agreement Halcyon Dynamics</dc:title>
  <dc:subject>Contact elena.kowalczyk30@demo-mail.example.com</dc:subject>
  <dc:creator>Elena D. Kowalczyk</dc:creator>
  <cp:keywords>+44 20 7327 7963; billing94@northwind-demo.example.org</cp:keywords>
  <dc:description>Prepared for Marcus S. Vandermeer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