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8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3AD32-BA22-495D-A3B4-DCC4F0C0553E}" type="datetimeFigureOut">
              <a:rPr lang="en-US" smtClean="0"/>
              <a:t>10/21/2011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3A18E-1D80-4FF6-BE04-337DD37B7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0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3A18E-1D80-4FF6-BE04-337DD37B73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8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sk_live_215720Zq67387520Xw</a:t>
            </a:r>
          </a:p>
          <a:p>
            <a:r>
              <a:t>password: Rv016!kd9935Pm</a:t>
            </a:r>
          </a:p>
          <a:p>
            <a:r>
              <a:t>Orchard Lane Partners and Halcyon Dynamics signed by Yuki N. Lindqvist, SSN 483-47-8056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7563 7816 6591, phone +49 30 477914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Centered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9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</a:p>
          <a:p>
            <a:pPr lvl="5"/>
            <a:r>
              <a:rPr lang="en-US" dirty="0" smtClean="0"/>
              <a:t>Level 6</a:t>
            </a:r>
          </a:p>
          <a:p>
            <a:pPr lvl="6"/>
            <a:r>
              <a:rPr lang="en-US" dirty="0" smtClean="0"/>
              <a:t>Level 7</a:t>
            </a:r>
          </a:p>
          <a:p>
            <a:pPr lvl="7"/>
            <a:r>
              <a:rPr lang="en-US" dirty="0" smtClean="0"/>
              <a:t>Level 8</a:t>
            </a:r>
          </a:p>
          <a:p>
            <a:pPr lvl="8"/>
            <a:r>
              <a:rPr lang="en-US" dirty="0" smtClean="0"/>
              <a:t>Level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66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Section 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2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Left</a:t>
            </a:r>
            <a:endParaRPr lang="en-US" dirty="0"/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</a:p>
          <a:p>
            <a:pPr lvl="5"/>
            <a:r>
              <a:rPr lang="en-US" dirty="0" smtClean="0"/>
              <a:t>Level 6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Right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/>
              <a:t>L</a:t>
            </a:r>
            <a:r>
              <a:rPr lang="en-US" dirty="0" smtClean="0"/>
              <a:t>evel 4</a:t>
            </a:r>
          </a:p>
          <a:p>
            <a:pPr lvl="4"/>
            <a:r>
              <a:rPr lang="en-US" dirty="0" smtClean="0"/>
              <a:t>Level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53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file1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Comparison1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file2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Comparison2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04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992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Blank with Default Title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2895600"/>
            <a:ext cx="1302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Default Text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57600" y="2971800"/>
            <a:ext cx="20487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Default</a:t>
            </a:r>
          </a:p>
          <a:p>
            <a:r>
              <a:rPr lang="en-US" dirty="0" smtClean="0"/>
              <a:t>Text with levels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Level 1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Level 2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dirty="0" smtClean="0"/>
              <a:t>Level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26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Level 1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Content with caption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00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Picture with Caption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b="9091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Some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984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Headers &amp; Footers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slide has the following stuff:</a:t>
            </a:r>
          </a:p>
          <a:p>
            <a:pPr lvl="1"/>
            <a:r>
              <a:rPr lang="en-US" dirty="0" smtClean="0"/>
              <a:t>Header</a:t>
            </a:r>
          </a:p>
          <a:p>
            <a:pPr lvl="1"/>
            <a:r>
              <a:rPr lang="en-US" dirty="0" smtClean="0"/>
              <a:t>Date/Time placeholder</a:t>
            </a:r>
          </a:p>
          <a:p>
            <a:pPr lvl="1"/>
            <a:r>
              <a:rPr lang="en-US" dirty="0" smtClean="0"/>
              <a:t>Slide Number</a:t>
            </a:r>
          </a:p>
          <a:p>
            <a:pPr lvl="1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Friday, October 21, 2011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Apache Software Foundation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82433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Elena L. Vandermeer, date of birth 12/02/1998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7518 7991  Email: elena.vandermeer17@demo-mail.example.com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7131 5830 3570, passport no. 972249518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306-50-1591; alt. contact Haverford, Thomas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Redwood Ferris Logistics, 405 Larkspur Way, Halifax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GB70NWBK76725573969508, attn Oliver E. Castellanos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Yuki Lindqvist &lt;billing78@northwind-demo.example.org&gt; tel (415) 555-4373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3287 Larkspur Way, Springfield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3620 Larkspur Way, Halifax, contact Priya S. Underhill +1-212-555-8187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Thomas Haverford, passport G17909665, born March 23, 1975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10.203.2.127 (fallback 172.16.67.229), admin ocastellanos168@corp-demo.example.net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L. Vandermeer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+44 20 7518 7991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elena.vandermeer17@demo-mail.example.com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306-50-1591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972249518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 Larkspur Way,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S.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555-4373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billing78@northwind-demo.example.org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483-47-8056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G17909665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3287 Larkspur Way, Springfield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E.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+1-212-555-8187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ocastellanos168@corp-demo.example.net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306-50-1591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972249518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3620 Larkspur Way, Halifax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Redwood Ferris Logistics (405 Larkspur Way, Halifax) represented by Oliver E. Castellanos and Elena L. Vandermeer, born 12/02/1998, passport 972249518, residing at 3287 Larkspur Way, Springfield.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GB70NWBK76725573969508. Send notices to billing78@northwind-demo.example.org or call +44 20 7518 7991. Copy Yuki Lindqvist (SSN 483-47-8056)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Thomas, please charge card 5500 7131 5830 3570 for Halcyon Dynamics; my cell is +1-212-555-8187 and my email ocastellanos168@corp-demo.example.net. Regards, Priya S. Underhill.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122</Words>
  <Application>Microsoft Office PowerPoint</Application>
  <PresentationFormat>On-screen Show (4:3)</PresentationFormat>
  <Paragraphs>61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Centered Title</vt:lpstr>
      <vt:lpstr>Title</vt:lpstr>
      <vt:lpstr>Section Title</vt:lpstr>
      <vt:lpstr>Title</vt:lpstr>
      <vt:lpstr>Title</vt:lpstr>
      <vt:lpstr>Title Only</vt:lpstr>
      <vt:lpstr>Blank with Default Title</vt:lpstr>
      <vt:lpstr>Caption</vt:lpstr>
      <vt:lpstr>Picture with Caption</vt:lpstr>
      <vt:lpstr>Headers &amp; Footers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Redwood Ferris Logistics</dc:title>
  <dc:creator>Elena L. Vandermeer</dc:creator>
  <cp:lastModifiedBy>Yegor Kozlov</cp:lastModifiedBy>
  <cp:revision>6</cp:revision>
  <dcterms:created xsi:type="dcterms:W3CDTF">2006-08-16T00:00:00Z</dcterms:created>
  <dcterms:modified xsi:type="dcterms:W3CDTF">2011-10-21T07:24:34Z</dcterms:modified>
  <dc:subject>Contact elena.vandermeer17@demo-mail.example.com</dc:subject>
  <cp:keywords>+44 20 7518 7991; billing78@northwind-demo.example.org</cp:keywords>
  <dc:description>Prepared for Thomas S. Haverford</dc:description>
</cp:coreProperties>
</file>