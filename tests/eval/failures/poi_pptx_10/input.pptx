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3"/>
  </p:notesMasterIdLst>
  <p:sldIdLst>
    <p:sldId id="260" r:id="rId2"/>
    <p:sldId id="261" r:id="rId8"/>
    <p:sldId id="262" r:id="rId9"/>
    <p:sldId id="263" r:id="rId10"/>
    <p:sldId id="264" r:id="rId11"/>
  </p:sldIdLst>
  <p:sldSz cx="13004800" cy="97536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176"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354"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530"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706"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5884" algn="l" defTabSz="914354" rtl="0" eaLnBrk="1" latinLnBrk="0" hangingPunct="1"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060" algn="l" defTabSz="914354" rtl="0" eaLnBrk="1" latinLnBrk="0" hangingPunct="1"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236" algn="l" defTabSz="914354" rtl="0" eaLnBrk="1" latinLnBrk="0" hangingPunct="1"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413" algn="l" defTabSz="914354" rtl="0" eaLnBrk="1" latinLnBrk="0" hangingPunct="1"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350" autoAdjust="0"/>
  </p:normalViewPr>
  <p:slideViewPr>
    <p:cSldViewPr>
      <p:cViewPr varScale="1">
        <p:scale>
          <a:sx n="55" d="100"/>
          <a:sy n="55" d="100"/>
        </p:scale>
        <p:origin x="-96" y="-354"/>
      </p:cViewPr>
      <p:guideLst>
        <p:guide orient="horz" pos="3072"/>
        <p:guide pos="40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EA1A0-2859-4C07-BF83-C6A8BE473ABB}" type="datetimeFigureOut">
              <a:rPr lang="en-US" smtClean="0"/>
              <a:pPr/>
              <a:t>5/28/2010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D8F84-6E24-4725-9854-4124DF0AF19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5884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8D8F84-6E24-4725-9854-4124DF0AF19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sk_live_765566Zq85672884Xw</a:t>
            </a:r>
          </a:p>
          <a:p>
            <a:r>
              <a:t>password: Rv184!kd8296Pm</a:t>
            </a:r>
          </a:p>
          <a:p>
            <a:r>
              <a:t>Blue Harbor Capital and Quillfeather Labs signed by John D. Castellanos, SSN 112-67-8894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8930 6825 2292, phone +49 30 269565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  <a:prstGeom prst="rect">
            <a:avLst/>
          </a:prstGeom>
        </p:spPr>
        <p:txBody>
          <a:bodyPr vert="horz" lIns="130039" tIns="65020" rIns="130039" bIns="650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275842"/>
            <a:ext cx="11704320" cy="6436925"/>
          </a:xfrm>
          <a:prstGeom prst="rect">
            <a:avLst/>
          </a:prstGeom>
        </p:spPr>
        <p:txBody>
          <a:bodyPr vert="horz" lIns="130039" tIns="65020" rIns="130039" bIns="650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ctr" defTabSz="1300393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47" indent="-487647" algn="l" defTabSz="1300393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56569" indent="-406374" algn="l" defTabSz="1300393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492" indent="-325098" algn="l" defTabSz="1300393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75688" indent="-325098" algn="l" defTabSz="130039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5885" indent="-325098" algn="l" defTabSz="1300393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81" indent="-325098" algn="l" defTabSz="1300393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26278" indent="-325098" algn="l" defTabSz="1300393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76475" indent="-325098" algn="l" defTabSz="1300393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26671" indent="-325098" algn="l" defTabSz="1300393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197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93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90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86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83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80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376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573" algn="l" defTabSz="130039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Thomas T. Haverford, date of birth 22/06/1985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7605 8287  Email: thomas.haverford62@demo-mail.example.com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9768 4154 1921, passport no. 280249220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634-79-7100; alt. contact Whitfield, Yuki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Orchard Lane Partners, 2778 Fenwick Street, Springfield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GB31NWBK26722508357938, attn Thomas C. Delacroix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John Castellanos &lt;billing46@halcyon-demo.example.org&gt; tel (415) 555-6669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4072 Fenwick Street, Portland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1780 Calloway Court, Leeds, contact Grace M. Vandermeer +1-212-555-3408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Yuki Whitfield, passport H62491157, born March 19, 1988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10.137.157.24 (fallback 172.16.202.46), admin tdelacroix542@corp-demo.example.net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T.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+44 20 7605 8287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thomas.haverford62@demo-mail.example.com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634-79-7100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280249220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2778 Fenwick Street, Springfield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Yuki S. Whitfield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555-6669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billing46@halcyon-demo.example.org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112-67-8894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H62491157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4072 Fenwick Street, Portland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C. Delacroix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+1-212-555-3408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tdelacroix542@corp-demo.example.net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634-79-7100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280249220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1780 Calloway Court, Leeds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Orchard Lane Partners (2778 Fenwick Street, Springfield) represented by Thomas C. Delacroix and Thomas T. Haverford, born 22/06/1985, passport 280249220, residing at 4072 Fenwick Street, Portland.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GB31NWBK26722508357938. Send notices to billing46@halcyon-demo.example.org or call +44 20 7605 8287. Copy John Castellanos (SSN 112-67-8894) on every invoice.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Yuki, please charge card 5500 9768 4154 1921 for Quillfeather Labs; my cell is +1-212-555-3408 and my email tdelacroix542@corp-demo.example.net. Regards, Grace M. Vandermeer.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</TotalTime>
  <Pages>0</Pages>
  <Words>2</Words>
  <Characters>0</Characters>
  <PresentationFormat>Custom</PresentationFormat>
  <Lines>0</Lines>
  <Paragraphs>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Title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Orchard Lane Partners</dc:title>
  <dc:subject>Contact thomas.haverford62@demo-mail.example.com</dc:subject>
  <dc:creator>Thomas T. Haverford</dc:creator>
  <cp:keywords>+44 20 7605 8287; billing46@halcyon-demo.example.org</cp:keywords>
  <dc:description>Prepared for Yuki S. Whitfield</dc:description>
  <cp:lastModifiedBy>IT Client Services</cp:lastModifiedBy>
  <cp:revision>24</cp:revision>
  <dcterms:modified xsi:type="dcterms:W3CDTF">2010-05-28T23:55:23Z</dcterms:modified>
</cp:coreProperties>
</file>