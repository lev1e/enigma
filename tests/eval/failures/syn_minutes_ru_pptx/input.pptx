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Контакт: office20@rubezh-demo.example.com, офис 8 (495) 597-89-81</a:t>
            </a:r>
          </a:p>
          <a:p>
            <a:r>
              <a:t>Адрес регистрации: г. Тверь, ул. Заводская Набережная, д. 86, кв. 199</a:t>
            </a:r>
          </a:p>
          <a:p>
            <a:r>
              <a:t>Адрес проживания: г. Казань, ул. Вознесенская, д. 17, кв. 211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ПАО «Альтаир Логистик Сервис», ИНН 9568652913, КПП 165607001, ОГРН 1810531327671, БИК 046857254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ПРОТОКОЛ СОБРАНИЯ № 5606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Конфиденциальная информация не подлежит раскрытию третьим лицам без предварительного письменного согласия другой стороны в течение пяти лет.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ООО «Белый Парус», ИНН 8444136287, КПП 771305001, ОГРН 1362670393997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В случае просрочки платежа Заказчик уплачивает неустойку в размере 0,1 % от неоплаченной суммы за каждый день просрочки, но не более 10 % от цены договора.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Настоящий договор заключён между ООО «Белый Парус» (ИНН 8444136287, КПП 77130500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Исполнитель обязуется оказать услуги в объёме и в сроки, указанные в приложении, а Заказчик обязуется принять и оплатить их в порядке, установленном разделом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Карта второго держателя 5536 7218 6152 9670, счёт физлица 40817810285064137656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Суд, исследовав материалы дела и заслушав доводы лиц, участвующих в деле, пришёл к выводу, что исковые требования подлежат частичному удовлетворению.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Споры, возникающие из настоящего договора, разрешаются путём переговоров, а 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Оплата производится на расчётный счёт 40702810535814204402 в банке с БИК 043640508, корреспондентский счёт 30101810253475883525. Уведомления направлять на office20@rubezh-demo.example.com или по телефону +7 (947) 604-35-18.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Нефёдкина А.И. (8 914 6912646)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Согласно пункту 3 статьи 309 Гражданского кодекса обязательства должны исполняться надлежащим образом в соответствии с условиями обязательства.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Согласно пункту 3 статьи 309 Гражданского кодекса обязательства должны исполн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Юридический адрес: г. Казань, ул. Колокольная, д. 77, кв. 183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В случае просрочки платежа Заказчик уплачивает неустойку в размере 0,1 % от неоплаченной суммы за каждый день просрочки, но не более 10 % от цены договора.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Копию паспорта Нефёдкина Алла Игоревна (3592 152511), СНИЛС 844-594-598 62 и ИНН 632062958804 приложить к заявлению. С Дроздецкий А.И. связаться по 8 914 6912646.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Исполнитель обязуется оказать услуги в объёме и в сроки, указанные в приложен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Расчётный счёт 40702810535814204402 в банке, БИК 043640508, корр. счёт 30101810253475883525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10. Исполнитель обязуется оказать услуги в объёме и в сроки, указанные в приложении, а Заказчик обязуется принять и оплатить их в порядке, установленном разделом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11. Споры, возникающие из настоящего договора, разрешаются путём переговоров, а при недостижении согласия — в Арбитражном суде по месту нахождения ответчика.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Переписка: «Добрый день, Алла Игоревна! Направляю реквизиты ПАО «Альтаир Логисти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Заявитель: Дроздецкий Артём Игоревич, дата рождения 18.11.1970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12. Образование: высшее, окончил(а) университет в 2009 году; опыт работы с 2010 года; владение английским языком — свободное; водительские права категории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13. Исполнитель обязуется оказать услуги в объёме и в сроки, указанные в приложении, а Заказчик обязуется принять и оплатить их в порядке, установленном разделом 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Контакт: office20@rubezh-demo.example.com, офис 8 (495) 597-89-81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14. Повестка: 1) утверждение отчёта за квартал; 2) назначение ответственных; 3) разное. Решение принято единогласно, воздержавшихся 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Сервер 10.223.190.41, резервный 192.168.164.228, админ a.4557@corp-demo.example.org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Паспорт серия и номер 89 61 560546, СНИЛС 338-974-318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Директор АО «Белый Парус» Ржевский Артём Игоревич, ИНН 632062958804, моб. +79882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Представитель: Нефёдкина Алла Игоревна, паспорт 3592 152511, СНИЛС 844-594-598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Адрес регистрации: г. Тверь, ул. Заводская Набережная, д. 86, кв. 199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Свидетель Савельцев Матвей Олегович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Автомобиль: госномер В822ЕР 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ПАО «Альтаир Логистик Сервис», ИНН 9568652913, КПП 165607001, ОГРН 1810531327671, БИК 046857254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E-mail: p720.5755@mail-demo.example.ru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key: sk_live_103002Zq66394994Xw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Подписант Ржевский А.И., дата рождения 17.04.1992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Банковская карта 4276 1004 4636 1120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Адрес проживания: г. Казань, ул. Вознесенская, д. 17, кв. 211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password = Rv379!kd6377Pm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Ответственный: Кудашкина Алла Игоревна / Кудашкина А.И.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ИНН 585878574268, тел. +7 (947) 604-35-18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Подписи сторон: ______ / Нефёдкина Алла Игоревна, паспорт 3592 152511, СНИЛС 844-594-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Заявитель: Дроздецкий Артём Игоревич, дата рождения 18.11.1970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Паспорт серия и номер 89 61 560546, СНИЛС 338-974-318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ИНН 585878574268, тел. +7 (947) 604-35-18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E-mail: p720.5755@mail-demo.example.ru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Банковская карта 4276 1004 4636 1120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Нефёдкина А.И. (8 914 6912646)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Представитель: Нефёдкина Алла Игоревна, паспорт 3592 152511, СНИЛС 844-594-598 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ООО «Белый Парус», ИНН 8444136287, КПП 771305001, ОГРН 1362670393997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Юридический адрес: г. Казань, ул. Колокольная, д. 77, кв. 183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Расчётный счёт 40702810535814204402 в банке, БИК 043640508, корр. счёт 30101810253475883525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Директор АО «Белый Парус» Ржевский Артём Игоревич, ИНН 632062958804, моб. +79882055123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548640">
                <a:tc>
                  <a:txBody>
                    <a:bodyPr/>
                    <a:lstStyle/>
                    <a:p>
                      <a:r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Телефон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E-mail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ИНН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Паспорт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СНИЛС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Адрес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Дроздецкий Артём Игоревич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 (947) 604-35-18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p720.5755@mail-demo.example.ru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585878574268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89 61 560546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338-974-318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г. Казань, ул. Колокольная, д. 77, кв. 183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Нефёдкина Алла Игоревна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8 914 6912646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office20@rubezh-demo.example.com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632062958804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3592 152511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844-594-598 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г. Тверь, ул. Заводская Набережная, д. 86, кв. 199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Ржевский Артём Игоревич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+79882055123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a.4557@corp-demo.example.org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585878574268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89 61 560546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844-594-598 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г. Казань, ул. Вознесенская, д. 17, кв. 211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Кудашкина Алла Игоревна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(495) 597-89-81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p720.5755@mail-demo.example.ru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632062958804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3592 152511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338-974-318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г. Казань, ул. Колокольная, д. 77, кв. 183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Карта второго держателя 5536 7218 6152 9670, счёт физлица 40817810285064137656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Автомобиль: госномер В822ЕР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Сервер 10.223.190.41, резервный 192.168.164.228, админ a.4557@corp-demo.example.org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key: sk_live_103002Zq66394994Xw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password = Rv379!kd6377Pm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Подписант Ржевский А.И., дата рождения 17.04.1992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Ответственный: Кудашкина Алла Игоревна / Кудашкина А.И.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Свидетель Савельцев Матвей Олегович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Настоящий договор заключён между ООО «Белый Парус» (ИНН 8444136287, КПП 771305001), в лице директора Ржевский Артём Игоревич, и гражданином Дроздецкий Артём Игоревич, 18.11.1970 года рождения, паспорт 89 61 560546, проживающим по адресу: г. Тверь, ул. Заводская Набережная, д. 86, кв. 199.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09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Оплата производится на расчётный счёт 40702810535814204402 в банке с БИК 043640508, корреспондентский счёт 30101810253475883525. Уведомления направлять на office20@rubezh-demo.example.com или по телефону +7 (947) 604-35-18.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Копию паспорта Нефёдкина Алла Игоревна (3592 152511), СНИЛС 844-594-598 62 и ИНН 632062958804 приложить к заявлению. С Дроздецкий А.И. связаться по 8 914 6912646.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15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Переписка: «Добрый день, Алла Игоревна! Направляю реквизиты ПАО «Альтаир Логистик Сервис»: ОГРН 1810531327671, ИНН 9568652913. Карта для возврата 4276 1004 4636 1120».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Договор Белый Парус</dc:title>
  <dc:subject>ИНН 8444136287</dc:subject>
  <dc:creator>Дроздецкий Артём Игоревич</dc:creator>
  <cp:keywords>p720.5755@mail-demo.example.ru; +7 (947) 604-35-18</cp:keywords>
  <dc:description>Контакт Нефёдкина Алла Игоревна +79882055123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