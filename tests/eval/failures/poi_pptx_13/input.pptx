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7"/>
    <p:sldId id="260" r:id="rId9"/>
    <p:sldId id="261" r:id="rId10"/>
    <p:sldId id="262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sk_live_304658Zq06842652Xw</a:t>
            </a:r>
          </a:p>
          <a:p>
            <a:r>
              <a:t>password: Rv056!kd3338Pm</a:t>
            </a:r>
          </a:p>
          <a:p>
            <a:r>
              <a:t>Northwind Holdings and Redwood Ferris Logistics signed by Oliver A. Castellanos, SSN 119-72-2573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8595 9588 0519, phone +49 30 718927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33160"/>
            <a:ext cx="109720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/>
          <p:nvPr/>
        </p:nvPicPr>
        <p:blipFill>
          <a:blip r:embed="rId1"/>
          <a:srcRect l="60000" t="70000" r="40000" b="30000"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/>
          <p:nvPr/>
        </p:nvPicPr>
        <p:blipFill>
          <a:blip r:embed="rId1"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"/>
          <a:stretch/>
        </p:blipFill>
        <p:spPr>
          <a:xfrm>
            <a:off x="0" y="0"/>
            <a:ext cx="951840" cy="95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Priya A. Lindqvist, date of birth 03/07/1993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7648 3403  Email: priya.lindqvist60@demo-mail.example.com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4909 6574 1832, passport no. 290900540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339-58-2090; alt. contact Whitfield, Grace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Halcyon Dynamics, 4402 Larkspur Way, Dunedin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GB71NWBK72706859768420, attn Thomas C. Haverford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Oliver Castellanos &lt;billing59@northwind-demo.example.org&gt; tel (415) 555-8006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1950 Marchmont Avenue, Leeds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3107 Calloway Court, Portland, contact Elena S. Kowalczyk +1-212-555-4909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Grace Whitfield, passport D14329630, born July 1, 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10.140.13.7 (fallback 172.16.233.91), admin thaverford611@corp-demo.example.net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A.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+44 20 7648 3403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priya.lindqvist60@demo-mail.example.com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339-58-2090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290900540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4402 Larkspur Way, Dunedin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Grace S.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555-8006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billing59@northwind-demo.example.org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119-72-2573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D14329630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1950 Marchmont Avenue,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C.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+1-212-555-4909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thaverford611@corp-demo.example.net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339-58-2090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290900540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3107 Calloway Court, Portland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Halcyon Dynamics (4402 Larkspur Way, Dunedin) represented by Thomas C. Haverford and Priya A. Lindqvist, born 03/07/1993, passport 290900540, residing at 1950 Marchmont Avenue, Leeds.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GB71NWBK72706859768420. Send notices to billing59@northwind-demo.example.org or call +44 20 7648 3403. Copy Oliver Castellanos (SSN 119-72-2573) on every invoice.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Grace, please charge card 5500 4909 6574 1832 for Redwood Ferris Logistics; my cell is +1-212-555-4909 and my email thaverford611@corp-demo.example.net. Regards, Elena S. Kowalczyk.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 A. Lindqvist</dc:creator>
  <dc:description>Prepared for Grace S. Whitfield</dc:description>
  <dc:language>es-ES</dc:language>
  <cp:lastModifiedBy/>
  <dcterms:modified xsi:type="dcterms:W3CDTF">2026-07-09T11:35:44Z</dcterms:modified>
  <cp:revision>5</cp:revision>
  <dc:subject>Contact priya.lindqvist60@demo-mail.example.com</dc:subject>
  <dc:title>Agreement Halcyon Dynamics</dc:title>
  <cp:keywords>+44 20 7648 3403; billing59@northwind-demo.example.org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