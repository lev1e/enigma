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55503-4AC1-A347-8539-C3118AADA3DA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92957-7630-274D-9D04-6CEAA0655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2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Notes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692957-7630-274D-9D04-6CEAA06556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83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sk_live_547742Zq01048116Xw</a:t>
            </a:r>
          </a:p>
          <a:p>
            <a:r>
              <a:t>password: Rv856!kd7643Pm</a:t>
            </a:r>
          </a:p>
          <a:p>
            <a:r>
              <a:t>Quillfeather Labs and Redwood Ferris Logistics signed by Yuki J. Vandermeer, SSN 602-26-7796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7998 9174 4860, phone +49 30 128758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47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76362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Yuki A. Abernathy, date of birth 06/11/1960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7932 7847  Email: yuki.abernathy80@demo-mail.example.com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1748 5471 8199, passport no. 689222529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352-67-3959; alt. contact Haverford, Priya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Halcyon Dynamics, 4187 Calloway Court, Leeds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GB65NWBK55519300243749, attn Grace R. Delacroix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Yuki Vandermeer &lt;billing16@northwind-demo.example.org&gt; tel (415) 555-8234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2245 Larkspur Way,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42 Marchmont Avenue, Halifax, contact Elena K. Whitfield +1-212-555-1579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Priya Haverford, passport C61507340, born July 13, 1957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10.234.199.72 (fallback 172.16.149.130), admin gdelacroix906@corp-demo.example.net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Yuki A. Abernathy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+44 20 7932 7847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yuki.abernathy80@demo-mail.example.com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352-67-3959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689222529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4187 Calloway Court,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R.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555-8234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billing16@northwind-demo.example.org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602-26-7796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C61507340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2245 Larkspur Way,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Grace R. Delacroix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+1-212-555-1579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gdelacroix906@corp-demo.example.net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352-67-3959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689222529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 Marchmont Avenue, Halifax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Halcyon Dynamics (4187 Calloway Court, Leeds) represented by Grace R. Delacroix and Yuki A. Abernathy, born 06/11/1960, passport 689222529, residing at 2245 Larkspur Way,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GB65NWBK55519300243749. Send notices to billing16@northwind-demo.example.org or call +44 20 7932 7847. Copy Yuki Vandermeer (SSN 602-26-7796)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Priya, please charge card 5500 1748 5471 8199 for Redwood Ferris Logistics; my cell is +1-212-555-1579 and my email gdelacroix906@corp-demo.example.net. Regards, Elena K. Whitfield.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</Words>
  <Application>Microsoft Macintosh PowerPoint</Application>
  <PresentationFormat>On-screen Show (4:3)</PresentationFormat>
  <Paragraphs>2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>neopraxis.org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Halcyon Dynamics</dc:title>
  <dc:subject>Contact yuki.abernathy80@demo-mail.example.com</dc:subject>
  <dc:creator>Yuki A. Abernathy</dc:creator>
  <cp:keywords>+44 20 7932 7847; billing16@northwind-demo.example.org</cp:keywords>
  <dc:description>Prepared for Priya R. Haverford</dc:description>
  <cp:lastModifiedBy>Steve Canny</cp:lastModifiedBy>
  <cp:revision>7</cp:revision>
  <dcterms:created xsi:type="dcterms:W3CDTF">2012-11-17T11:07:40Z</dcterms:created>
  <dcterms:modified xsi:type="dcterms:W3CDTF">2016-10-18T05:24:07Z</dcterms:modified>
  <cp:category/>
</cp:coreProperties>
</file>