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10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sk_live_049874Zq43837961Xw</a:t>
            </a:r>
          </a:p>
          <a:p>
            <a:r>
              <a:t>password: Rv500!kd6800Pm</a:t>
            </a:r>
          </a:p>
          <a:p>
            <a:r>
              <a:t>Blue Harbor Capital and Northwind Holdings signed by Oliver E. Underhill, SSN 405-23-3834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5322 7804 9113, phone +49 30 842147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chemeClr val="accent1"/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gradFill>
            <a:gsLst>
              <a:gs pos="0">
                <a:schemeClr val="accent3">
                  <a:alpha val="50000"/>
                </a:schemeClr>
              </a:gs>
              <a:gs pos="50000">
                <a:schemeClr val="accent3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Solid Fill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Defined on the master slide:</a:t>
            </a:r>
          </a:p>
          <a:p>
            <a:r>
              <a:rPr lang="en-US" dirty="0" smtClean="0"/>
              <a:t>Tan, darker 10%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5000" y="457200"/>
            <a:ext cx="4572000" cy="1524000"/>
          </a:xfrm>
          <a:prstGeom prst="rect">
            <a:avLst/>
          </a:prstGeom>
          <a:noFill/>
          <a:ln w="127000">
            <a:gradFill>
              <a:gsLst>
                <a:gs pos="0">
                  <a:schemeClr val="tx2"/>
                </a:gs>
                <a:gs pos="50000">
                  <a:schemeClr val="accent2">
                    <a:lumMod val="50000"/>
                  </a:schemeClr>
                </a:gs>
                <a:gs pos="100000">
                  <a:schemeClr val="accent6"/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86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3000">
              <a:schemeClr val="accent3">
                <a:lumMod val="75000"/>
              </a:schemeClr>
            </a:gs>
            <a:gs pos="46000">
              <a:schemeClr val="accent2">
                <a:lumMod val="40000"/>
                <a:lumOff val="60000"/>
              </a:schemeClr>
            </a:gs>
            <a:gs pos="23000">
              <a:schemeClr val="accent1"/>
            </a:gs>
            <a:gs pos="100000">
              <a:schemeClr val="bg1">
                <a:lumMod val="95000"/>
              </a:scheme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  <a:alpha val="57000"/>
            </a:schemeClr>
          </a:solid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txBody>
          <a:bodyPr/>
          <a:lstStyle/>
          <a:p>
            <a:r>
              <a:rPr lang="en-US" dirty="0" smtClean="0"/>
              <a:t>Gradient Fill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gradFill>
            <a:gsLst>
              <a:gs pos="0">
                <a:schemeClr val="accent4"/>
              </a:gs>
              <a:gs pos="100000">
                <a:schemeClr val="bg1">
                  <a:alpha val="21000"/>
                </a:schemeClr>
              </a:gs>
            </a:gsLst>
            <a:lin ang="5400000" scaled="0"/>
          </a:gradFill>
        </p:spPr>
        <p:txBody>
          <a:bodyPr/>
          <a:lstStyle/>
          <a:p>
            <a:r>
              <a:rPr lang="en-US" dirty="0" smtClean="0"/>
              <a:t>Gradient stops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28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3">
                  <a:lumMod val="20000"/>
                  <a:lumOff val="80000"/>
                  <a:alpha val="57000"/>
                </a:schemeClr>
              </a:gs>
              <a:gs pos="50000">
                <a:schemeClr val="accent3">
                  <a:lumMod val="69000"/>
                  <a:alpha val="31000"/>
                </a:schemeClr>
              </a:gs>
              <a:gs pos="100000">
                <a:schemeClr val="accent3">
                  <a:lumMod val="50000"/>
                  <a:alpha val="6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r>
              <a:rPr lang="en-US" dirty="0" smtClean="0"/>
              <a:t>Master Gradient Fill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r>
              <a:rPr lang="en-US" dirty="0" smtClean="0"/>
              <a:t>hello</a:t>
            </a:r>
            <a:endParaRPr lang="en-US" dirty="0"/>
          </a:p>
        </p:txBody>
      </p:sp>
      <p:sp>
        <p:nvSpPr>
          <p:cNvPr id="4" name="Isosceles Triangle 3"/>
          <p:cNvSpPr/>
          <p:nvPr/>
        </p:nvSpPr>
        <p:spPr>
          <a:xfrm>
            <a:off x="3048000" y="3352800"/>
            <a:ext cx="1905000" cy="2362200"/>
          </a:xfrm>
          <a:prstGeom prst="triangle">
            <a:avLst/>
          </a:prstGeom>
          <a:blipFill dpi="0" rotWithShape="1">
            <a:blip r:embed="rId3">
              <a:alphaModFix amt="52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43600" y="2286000"/>
            <a:ext cx="2438400" cy="2514600"/>
          </a:xfrm>
          <a:prstGeom prst="ellipse">
            <a:avLst/>
          </a:prstGeom>
          <a:blipFill dpi="0" rotWithShape="1">
            <a:blip r:embed="rId4">
              <a:alphaModFix amt="60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n 5"/>
          <p:cNvSpPr/>
          <p:nvPr/>
        </p:nvSpPr>
        <p:spPr>
          <a:xfrm>
            <a:off x="685800" y="2667000"/>
            <a:ext cx="2667000" cy="2438400"/>
          </a:xfrm>
          <a:prstGeom prst="sun">
            <a:avLst/>
          </a:prstGeom>
          <a:solidFill>
            <a:schemeClr val="accent2">
              <a:lumMod val="60000"/>
              <a:lumOff val="40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5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Texture: </a:t>
            </a:r>
            <a:r>
              <a:rPr lang="en-US" dirty="0" err="1" smtClean="0"/>
              <a:t>papirus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343400" y="1676400"/>
            <a:ext cx="2590800" cy="2031325"/>
          </a:xfrm>
          <a:prstGeom prst="rect">
            <a:avLst/>
          </a:prstGeom>
          <a:gradFill>
            <a:gsLst>
              <a:gs pos="0">
                <a:schemeClr val="tx2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0"/>
          </a:gradFill>
        </p:spPr>
        <p:txBody>
          <a:bodyPr wrap="square" rtlCol="0">
            <a:spAutoFit/>
          </a:bodyPr>
          <a:lstStyle/>
          <a:p>
            <a:r>
              <a:rPr lang="en-US" dirty="0" smtClean="0"/>
              <a:t>Gradient Fill</a:t>
            </a:r>
          </a:p>
          <a:p>
            <a:r>
              <a:rPr lang="en-US" dirty="0" smtClean="0"/>
              <a:t>A</a:t>
            </a:r>
          </a:p>
          <a:p>
            <a:r>
              <a:rPr lang="en-US" dirty="0" smtClean="0"/>
              <a:t>A</a:t>
            </a:r>
          </a:p>
          <a:p>
            <a:r>
              <a:rPr lang="en-US" dirty="0" smtClean="0"/>
              <a:t>A</a:t>
            </a:r>
          </a:p>
          <a:p>
            <a:r>
              <a:rPr lang="en-US" dirty="0" smtClean="0"/>
              <a:t>A</a:t>
            </a:r>
          </a:p>
          <a:p>
            <a:r>
              <a:rPr lang="en-US" dirty="0" err="1" smtClean="0"/>
              <a:t>Aa</a:t>
            </a:r>
            <a:endParaRPr lang="en-US" dirty="0" smtClean="0"/>
          </a:p>
          <a:p>
            <a:r>
              <a:rPr lang="en-US" dirty="0"/>
              <a:t>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762000" y="2590800"/>
            <a:ext cx="2590800" cy="1094232"/>
          </a:xfrm>
          <a:prstGeom prst="rightArrow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62000" y="4648200"/>
            <a:ext cx="2514600" cy="1447800"/>
          </a:xfrm>
          <a:prstGeom prst="ellipse">
            <a:avLst/>
          </a:prstGeom>
          <a:solidFill>
            <a:schemeClr val="bg1">
              <a:lumMod val="65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467600" cy="1219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1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257800" y="4648200"/>
            <a:ext cx="3886200" cy="22098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bg1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87240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Oliver S. Kowalczyk, date of birth 20/06/1967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7142 5728  Email: oliver.kowalczyk62@demo-mail.example.com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8568 4830 6891, passport no. 500232133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168-32-2918; alt. contact Castellanos, John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Orchard Lane Partners, 1481 Marchmont Avenue, Portland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GB55NWBK67934212136147, attn Priya C. Okonkwo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Oliver Underhill &lt;billing43@northwind-demo.example.org&gt; tel (415) 555-3011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4015 Calloway Court, Leeds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776 Fenwick Street, Springfield, contact Yuki N. Haverford +1-212-555-2486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John Castellanos, passport G82769008, born October 27, 1991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10.73.75.165 (fallback 172.16.49.156), admin pokonkwo337@corp-demo.example.net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Oliver S. Kowalczyk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+44 20 7142 5728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oliver.kowalczyk62@demo-mail.example.com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168-32-2918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500232133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1481 Marchmont Avenue, Portland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John L. Castellanos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555-3011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billing43@northwind-demo.example.org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405-23-3834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G82769008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4015 Calloway Court, Leeds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Priya C. Okonkwo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+1-212-555-2486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pokonkwo337@corp-demo.example.net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168-32-2918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500232133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776 Fenwick Street, Springfield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Orchard Lane Partners (1481 Marchmont Avenue, Portland) represented by Priya C. Okonkwo and Oliver S. Kowalczyk, born 20/06/1967, passport 500232133, residing at 4015 Calloway Court, Leeds.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GB55NWBK67934212136147. Send notices to billing43@northwind-demo.example.org or call +44 20 7142 5728. Copy Oliver Underhill (SSN 405-23-3834)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John, please charge card 5500 8568 4830 6891 for Northwind Holdings; my cell is +1-212-555-2486 and my email pokonkwo337@corp-demo.example.net. Regards, Yuki N. Haverford.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32</Words>
  <Application>Microsoft Office PowerPoint</Application>
  <PresentationFormat>On-screen Show (4:3)</PresentationFormat>
  <Paragraphs>15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Solid Fill</vt:lpstr>
      <vt:lpstr>Gradient Fill</vt:lpstr>
      <vt:lpstr>Master Gradient Fill</vt:lpstr>
      <vt:lpstr>Texture: papirus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Orchard Lane Partners</dc:title>
  <dc:creator>Oliver S. Kowalczyk</dc:creator>
  <cp:lastModifiedBy>Yegor Kozlov</cp:lastModifiedBy>
  <cp:revision>34</cp:revision>
  <dcterms:created xsi:type="dcterms:W3CDTF">2006-08-16T00:00:00Z</dcterms:created>
  <dcterms:modified xsi:type="dcterms:W3CDTF">2011-10-28T13:54:59Z</dcterms:modified>
  <dc:subject>Contact oliver.kowalczyk62@demo-mail.example.com</dc:subject>
  <cp:keywords>+44 20 7142 5728; billing43@northwind-demo.example.org</cp:keywords>
  <dc:description>Prepared for John L. Castellanos</dc:description>
</cp:coreProperties>
</file>