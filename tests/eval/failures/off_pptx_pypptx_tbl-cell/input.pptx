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10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1" d="100"/>
          <a:sy n="161" d="100"/>
        </p:scale>
        <p:origin x="-161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sk_live_669879Zq97088547Xw</a:t>
            </a:r>
          </a:p>
          <a:p>
            <a:r>
              <a:t>password: Rv519!kd8088Pm</a:t>
            </a:r>
          </a:p>
          <a:p>
            <a:r>
              <a:t>Redwood Ferris Logistics and Northwind Holdings signed by Oliver J. Underhill, SSN 322-75-7289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8285 8995 4614, phone +49 30 414017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131475"/>
              </p:ext>
            </p:extLst>
          </p:nvPr>
        </p:nvGraphicFramePr>
        <p:xfrm>
          <a:off x="1524000" y="1397000"/>
          <a:ext cx="6096000" cy="293623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having custom margins</a:t>
                      </a:r>
                      <a:endParaRPr lang="en-US" dirty="0"/>
                    </a:p>
                  </a:txBody>
                  <a:tcPr marL="182880" marR="365760" marT="274320" marB="457200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vert</a:t>
                      </a:r>
                      <a:r>
                        <a:rPr lang="en-US" dirty="0" smtClean="0"/>
                        <a:t> anchor is inherited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vert</a:t>
                      </a:r>
                      <a:r>
                        <a:rPr lang="en-US" dirty="0" smtClean="0"/>
                        <a:t> anchor is top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vert</a:t>
                      </a:r>
                      <a:r>
                        <a:rPr lang="en-US" dirty="0" smtClean="0"/>
                        <a:t> anchor is bottom</a:t>
                      </a:r>
                      <a:endParaRPr lang="en-US" dirty="0"/>
                    </a:p>
                  </a:txBody>
                  <a:tcPr anchor="b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unladen</a:t>
                      </a:r>
                      <a:r>
                        <a:rPr lang="en-US" dirty="0" smtClean="0"/>
                        <a:t> swallows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958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415638"/>
              </p:ext>
            </p:extLst>
          </p:nvPr>
        </p:nvGraphicFramePr>
        <p:xfrm>
          <a:off x="1524000" y="1420707"/>
          <a:ext cx="609600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32000"/>
                <a:gridCol w="2032000"/>
                <a:gridCol w="2032000"/>
              </a:tblGrid>
              <a:tr h="370840">
                <a:tc rowSpan="2" gridSpan="2">
                  <a:txBody>
                    <a:bodyPr/>
                    <a:lstStyle/>
                    <a:p>
                      <a:r>
                        <a:rPr lang="en-US" dirty="0" smtClean="0"/>
                        <a:t>merged cell</a:t>
                      </a:r>
                      <a:endParaRPr lang="en-US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933343"/>
              </p:ext>
            </p:extLst>
          </p:nvPr>
        </p:nvGraphicFramePr>
        <p:xfrm>
          <a:off x="1524000" y="3953934"/>
          <a:ext cx="60960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 rowSpan="2" gridSpan="3">
                  <a:txBody>
                    <a:bodyPr/>
                    <a:lstStyle/>
                    <a:p>
                      <a:r>
                        <a:rPr lang="en-US" dirty="0" smtClean="0"/>
                        <a:t>merged cell</a:t>
                      </a:r>
                      <a:endParaRPr lang="en-US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 gridSpan="3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449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535106"/>
              </p:ext>
            </p:extLst>
          </p:nvPr>
        </p:nvGraphicFramePr>
        <p:xfrm>
          <a:off x="1524000" y="1397000"/>
          <a:ext cx="609600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667412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Yuki L. Castellanos, date of birth 08/06/1960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7504 3743  Email: yuki.castellanos23@demo-mail.example.com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1713 3796 6549, passport no. 453617580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224-45-3667; alt. contact Whitfield, Oliver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Quillfeather Labs, 2254 Larkspur Way, Halifax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GB41NWBK58627496026808, attn Oliver R. Okonkwo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Oliver Underhill &lt;billing33@northwind-demo.example.org&gt; tel (415) 555-2210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727 Marchmont Avenue, Dunedin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4612 Marchmont Avenue, Halifax, contact Grace L. Delacroix +1-212-555-2311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Oliver Whitfield, passport B25348503, born March 22, 1956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10.91.238.222 (fallback 172.16.39.156), admin ookonkwo929@corp-demo.example.net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Yuki L. Castellanos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+44 20 7504 3743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yuki.castellanos23@demo-mail.example.com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224-45-3667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453617580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2254 Larkspur Way, Halifax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Oliver C. Whitfield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555-2210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billing33@northwind-demo.example.org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322-75-7289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B25348503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727 Marchmont Avenue, Dunedin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Oliver R. Okonkwo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+1-212-555-2311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ookonkwo929@corp-demo.example.net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224-45-3667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453617580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4612 Marchmont Avenue, Halifax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Quillfeather Labs (2254 Larkspur Way, Halifax) represented by Oliver R. Okonkwo and Yuki L. Castellanos, born 08/06/1960, passport 453617580, residing at 727 Marchmont Avenue, Dunedin.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GB41NWBK58627496026808. Send notices to billing33@northwind-demo.example.org or call +44 20 7504 3743. Copy Oliver Underhill (SSN 322-75-7289)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Oliver, please charge card 5500 1713 3796 6549 for Northwind Holdings; my cell is +1-212-555-2311 and my email ookonkwo929@corp-demo.example.net. Regards, Grace L. Delacroix.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2060</TotalTime>
  <Words>30</Words>
  <Application>Microsoft Macintosh PowerPoint</Application>
  <PresentationFormat>On-screen Show (4:3)</PresentationFormat>
  <Paragraphs>16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Manager/>
  <Company>neopraxis.org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Quillfeather Labs</dc:title>
  <dc:subject>Contact yuki.castellanos23@demo-mail.example.com</dc:subject>
  <dc:creator>Yuki L. Castellanos</dc:creator>
  <cp:keywords>+44 20 7504 3743; billing33@northwind-demo.example.org</cp:keywords>
  <dc:description>Prepared for Oliver C. Whitfield</dc:description>
  <cp:lastModifiedBy>Steve Canny</cp:lastModifiedBy>
  <cp:revision>21</cp:revision>
  <dcterms:created xsi:type="dcterms:W3CDTF">2012-11-17T11:07:40Z</dcterms:created>
  <dcterms:modified xsi:type="dcterms:W3CDTF">2018-09-21T21:17:47Z</dcterms:modified>
  <cp:category/>
</cp:coreProperties>
</file>