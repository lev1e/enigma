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token = sk_live_852568Zq96535319Xw</a:t>
            </a:r>
          </a:p>
          <a:p>
            <a:r>
              <a:t>password: Rv837!kd3218Pm</a:t>
            </a:r>
          </a:p>
          <a:p>
            <a:r>
              <a:t>Blue Harbor Capital and Orchard Lane Partners signed by Grace A. Delacroix, SSN 495-63-4653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 on file 4111 8623 0601 2590, phone +49 30 483780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MEETING MINUTES No. 1863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The Supplier shall deliver the goods in the quantities and by the dates listed in Schedule A, and the Buyer shall pay the invoiced amounts within thirty days of receipt.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SSN 629-76-1328; alt. contact Haverford, Elena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2. Late payments bear interest at 1.5 % per month or the maximum rate permitted by law, whichever is lower, from the due date until payment in full.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agreement is made between Northwind Holdings (1443 Brambleton Road, Halifax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3. No amendment is effective unless it is made in writing and signed by an authorised representative of each party.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Card 5500 1051 9212 5382, passport no. 352834563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4. No amendment is effective unless it is made in writing and signed by an authorised representative of each party.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Late payments bear interest at 1.5 % per month or the maximum rate permitted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Payments go to IBAN GB98NWBK15974211677706. Send notices to billing15@halcyon-demo.example.org or call +44 20 7944 4069. Copy Grace Delacroix (SSN 495-63-4653) on every invoice.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Ship to 4509 Larkspur Way, Halifax, contact Oliver C. Whitfield +1-212-555-3785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6. Action items: (1) finalise the budget; (2) circulate the revised timeline; (3) schedule the follow-up review. Approved unanimously.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Professional experience: eight years in operations and logistics; led a team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Applicant: Thomas T. Okonkwo, date of birth 23/11/1988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8. No amendment is effective unless it is made in writing and signed by an authorised representative of each party.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 Elena, please charge card 5500 1051 9212 5382 for Orchard Lane Partners; my cell is +1-212-555-3785 and my email elindqvist646@corp-demo.example.net. Regards, Oliver C. Whitfield.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The Supplier shall deliver the goods in the quantities and by the dates liste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password: Rv837!kd3218Pm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10. No amendment is effective unless it is made in writing and signed by an authorised representative of each party.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11. Each party shall keep Confidential Information secret and use it solely for the purposes of this agreement for a period of five years after termination.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Wire to IBAN GB98NWBK15974211677706, attn Elena B. Lindqvist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12. No amendment is effective unless it is made in writing and signed by an authorised representative of each party.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13. The parties agree as follows and confirm that each of them has full authority to enter into this agreement on the terms set out below.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Card on file 4111 8623 0601 2590, phone +49 30 483780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Each party shall keep Confidential Information secret and use it solely for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Blue Harbor Capital and Orchard Lane Partners signed by Grace A. Delacroix, SSN 495-63-4653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Billing address: 1542 Brambleton Road, Dunedin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Phone: +44 20 7944 4069  Email: thomas.okonkwo31@demo-mail.example.com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Witness: Elena Haverford, passport D80983211, born October 8, 1998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Customer: Grace Delacroix &lt;billing15@halcyon-demo.example.org&gt; tel (415) 555-2842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Northwind Holdings, 1443 Brambleton Road, Halifax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token = sk_live_852568Zq96535319Xw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10.185.142.163 (fallback 172.16.132.139), admin elindqvist646@corp-demo.e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Signatures: ______ / Grace Delacroix &lt;billing15@halcyon-demo.example.org&gt; tel (41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Applicant: Thomas T. Okonkwo, date of birth 23/11/1988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Phone: +44 20 7944 4069  Email: thomas.okonkwo31@demo-mail.example.com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1673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Card 5500 1051 9212 5382, passport no. 352834563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8366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SSN 629-76-1328; alt. contact Haverford, Elena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50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Northwind Holdings, 1443 Brambleton Road, Halifax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17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Wire to IBAN GB98NWBK15974211677706, attn Elena B. Lindqvist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8444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Customer: Grace Delacroix &lt;billing15@halcyon-demo.example.org&gt; tel (415) 555-2842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5137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Billing address: 1542 Brambleton Road, Dunedin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71830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Ship to 4509 Larkspur Way, Halifax, contact Oliver C. Whitfield +1-212-555-3785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28523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Witness: Elena Haverford, passport D80983211, born October 8, 1998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852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Server 10.185.142.163 (fallback 172.16.132.139), admin elindqvist646@corp-demo.example.net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74320" y="36576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6858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Address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Thomas T. Okonkwo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+44 20 7944 4069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thomas.okonkwo31@demo-mail.example.com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629-76-1328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352834563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1443 Brambleton Road, Halifax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Elena S. Haverford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(415) 555-2842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billing15@halcyon-demo.example.org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495-63-4653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D80983211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1542 Brambleton Road, Dunedin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Elena B. Lindqvist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+1-212-555-3785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elindqvist646@corp-demo.example.net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629-76-1328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352834563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4509 Larkspur Way, Halifax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agreement is made between Northwind Holdings (1443 Brambleton Road, Halifax) represented by Elena B. Lindqvist and Thomas T. Okonkwo, born 23/11/1988, passport 352834563, residing at 1542 Brambleton Road, Dunedin.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Payments go to IBAN GB98NWBK15974211677706. Send notices to billing15@halcyon-demo.example.org or call +44 20 7944 4069. Copy Grace Delacroix (SSN 495-63-4653) on every invoice.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 Elena, please charge card 5500 1051 9212 5382 for Orchard Lane Partners; my cell is +1-212-555-3785 and my email elindqvist646@corp-demo.example.net. Regards, Oliver C. Whitfield.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229600" cy="2779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Agreement Northwind Holdings</dc:title>
  <dc:subject>Contact thomas.okonkwo31@demo-mail.example.com</dc:subject>
  <dc:creator>Thomas T. Okonkwo</dc:creator>
  <cp:keywords>+44 20 7944 4069; billing15@halcyon-demo.example.org</cp:keywords>
  <dc:description>Prepared for Elena S. Haverford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