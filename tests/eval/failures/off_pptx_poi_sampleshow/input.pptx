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69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18275-17F5-4401-83B6-631DB90C16C8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0E132-E468-4582-868B-6D7D44313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 am the notes of the first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0E132-E468-4582-868B-6D7D44313E1E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These are the notes of the 2</a:t>
            </a:r>
            <a:r>
              <a:rPr lang="en-GB" baseline="30000" dirty="0"/>
              <a:t>nd</a:t>
            </a:r>
            <a:r>
              <a:rPr lang="en-GB" baseline="0" dirty="0"/>
              <a:t> slide</a:t>
            </a:r>
          </a:p>
          <a:p>
            <a:r>
              <a:rPr lang="en-GB" b="1" baseline="0"/>
              <a:t>THIS LINE IS BOLD</a:t>
            </a: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0E132-E468-4582-868B-6D7D44313E1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sk_live_364351Zq69416906Xw</a:t>
            </a:r>
          </a:p>
          <a:p>
            <a:r>
              <a:t>password: Rv646!kd1169Pm</a:t>
            </a:r>
          </a:p>
          <a:p>
            <a:r>
              <a:t>Redwood Ferris Logistics and Orchard Lane Partners signed by Elena K. Okonkwo, SSN 110-96-8044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1778 7908 6260, phone +49 30 965140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64373-BFDA-45AB-A1CB-3ABEFE139FC3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F4FB2-460E-4F00-AFF3-2F72E818A96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rs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 of the first slide</a:t>
            </a:r>
            <a:endParaRPr lang="en-US" dirty="0"/>
          </a:p>
        </p:txBody>
      </p:sp>
      <p:sp>
        <p:nvSpPr>
          <p:cNvPr id="3" name="Another 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Subtitle of the first slide</a:t>
            </a:r>
          </a:p>
          <a:p>
            <a:endParaRPr lang="en-GB" dirty="0"/>
          </a:p>
          <a:p>
            <a:r>
              <a:rPr lang="en-GB" i="1" dirty="0">
                <a:solidFill>
                  <a:srgbClr val="92D050"/>
                </a:solidFill>
              </a:rPr>
              <a:t>This bit is in italic green</a:t>
            </a:r>
            <a:endParaRPr lang="en-US" i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is the second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has bullet points on it</a:t>
            </a:r>
          </a:p>
          <a:p>
            <a:r>
              <a:rPr lang="en-GB" dirty="0"/>
              <a:t>They’re fun, aren’t they?</a:t>
            </a:r>
          </a:p>
          <a:p>
            <a:r>
              <a:rPr lang="en-GB" sz="1600" dirty="0">
                <a:latin typeface="Arial Black" pitchFamily="34" charset="0"/>
              </a:rPr>
              <a:t>Especially in a different font like Arial Black at 16 point!</a:t>
            </a:r>
            <a:endParaRPr lang="en-US" sz="16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Elena D. Haverford, date of birth 22/02/1962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7719 6884  Email: elena.haverford40@demo-mail.example.com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8907 9331 2725, passport no. 202578186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618-31-2303; alt. contact Castellanos, Thomas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Blue Harbor Capital, 3960 Calloway Court, Halifax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GB35NWBK42674663654049, attn John M. Whitfield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Elena Okonkwo &lt;billing26@northwind-demo.example.org&gt; tel (415) 555-5170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4168 Calloway Court, Leeds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1282 Marchmont Avenue, Leeds, contact Grace J. Underhill +1-212-555-6533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Thomas Castellanos, passport E95426054, born March 12, 1958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10.228.36.205 (fallback 172.16.168.2), admin jwhitfield380@corp-demo.example.net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Elena D.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+44 20 7719 6884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elena.haverford40@demo-mail.example.com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618-31-2303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202578186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3960 Calloway Court,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T. Castellanos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555-5170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billing26@northwind-demo.example.org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110-96-8044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E95426054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4168 Calloway Court, Leeds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John M. Whitfield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+1-212-555-6533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jwhitfield380@corp-demo.example.net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618-31-2303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202578186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1282 Marchmont Avenue, Leeds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Blue Harbor Capital (3960 Calloway Court, Halifax) represented by John M. Whitfield and Elena D. Haverford, born 22/02/1962, passport 202578186, residing at 4168 Calloway Court, Leeds.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GB35NWBK42674663654049. Send notices to billing26@northwind-demo.example.org or call +44 20 7719 6884. Copy Elena Okonkwo (SSN 110-96-8044)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Thomas, please charge card 5500 8907 9331 2725 for Orchard Lane Partners; my cell is +1-212-555-6533 and my email jwhitfield380@corp-demo.example.net. Regards, Grace J. Underhill.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On-screen Show (4:3)</PresentationFormat>
  <Paragraphs>13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Arial Black</vt:lpstr>
      <vt:lpstr>Calibri</vt:lpstr>
      <vt:lpstr>Office Theme</vt:lpstr>
      <vt:lpstr>Title of the first slide</vt:lpstr>
      <vt:lpstr>This is the 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Blue Harbor Capital</dc:title>
  <dc:subject>Contact elena.haverford40@demo-mail.example.com</dc:subject>
  <dc:creator>Elena D. Haverford</dc:creator>
  <cp:keywords>+44 20 7719 6884; billing26@northwind-demo.example.org</cp:keywords>
  <dc:description>Prepared for Thomas T. Castellanos</dc:description>
  <cp:lastModifiedBy>kiwiwings</cp:lastModifiedBy>
  <cp:revision>5</cp:revision>
  <dcterms:created xsi:type="dcterms:W3CDTF">2008-01-04T11:58:07Z</dcterms:created>
  <dcterms:modified xsi:type="dcterms:W3CDTF">2018-04-18T15:37:10Z</dcterms:modified>
</cp:coreProperties>
</file>