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8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4"/>
  </p:normalViewPr>
  <p:slideViewPr>
    <p:cSldViewPr>
      <p:cViewPr varScale="1">
        <p:scale>
          <a:sx n="124" d="100"/>
          <a:sy n="124" d="100"/>
        </p:scale>
        <p:origin x="128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sk_live_205210Zq29187966Xw</a:t>
            </a:r>
          </a:p>
          <a:p>
            <a:r>
              <a:t>password: Rv913!kd7401Pm</a:t>
            </a:r>
          </a:p>
          <a:p>
            <a:r>
              <a:t>Quillfeather Labs and Orchard Lane Partners signed by Grace M. Vandermeer, SSN 556-36-7903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9217 1223 0268, phone +49 30 573818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yahoo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9592" y="1124744"/>
            <a:ext cx="12264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Foo Bar 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Baz</a:t>
            </a:r>
            <a:r>
              <a:rPr lang="en-US" dirty="0"/>
              <a:t> Zoo </a:t>
            </a:r>
            <a:br>
              <a:rPr lang="en-US" dirty="0"/>
            </a:br>
            <a:fld id="{4ACDC551-8A53-AE47-95A7-4A2F0C1FFF1B}" type="slidenum">
              <a:rPr lang="en-US" smtClean="0"/>
              <a:t>1</a:t>
            </a:fld>
            <a:endParaRPr lang="en-US" dirty="0"/>
          </a:p>
          <a:p>
            <a:r>
              <a:rPr lang="en-US">
                <a:hlinkClick r:id="rId2"/>
              </a:rPr>
              <a:t>yahoo.com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239B3-87E0-7B48-9E36-0A93A1F0D186}"/>
              </a:ext>
            </a:extLst>
          </p:cNvPr>
          <p:cNvSpPr txBox="1"/>
          <p:nvPr/>
        </p:nvSpPr>
        <p:spPr>
          <a:xfrm>
            <a:off x="3995936" y="1124744"/>
            <a:ext cx="5148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abc</a:t>
            </a:r>
            <a:endParaRPr lang="en-US" dirty="0"/>
          </a:p>
          <a:p>
            <a:r>
              <a:rPr lang="en-US" dirty="0"/>
              <a:t>a</a:t>
            </a:r>
            <a:br>
              <a:rPr lang="en-US" dirty="0"/>
            </a:br>
            <a:r>
              <a:rPr lang="en-US" dirty="0"/>
              <a:t>b</a:t>
            </a:r>
            <a:br>
              <a:rPr lang="en-US" dirty="0"/>
            </a:br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50643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547037"/>
              </p:ext>
            </p:extLst>
          </p:nvPr>
        </p:nvGraphicFramePr>
        <p:xfrm>
          <a:off x="1524000" y="139700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 run in table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976094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Elena C. Castellanos, date of birth 01/02/1971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7566 8776  Email: elena.castellanos16@demo-mail.example.com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0481 9161 2090, passport no. 454794215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205-45-8763; alt. contact Whitfield, Yuki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Blue Harbor Capital, 3216 Fenwick Street, Springfield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GB77NWBK74097935789194, attn Thomas K. Okonkwo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Grace Vandermeer &lt;billing26@northwind-demo.example.org&gt; tel (415) 555-8080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4382 Brambleton Road, Halifax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4054 Fenwick Street, Halifax, contact Oliver M. Lindqvist +1-212-555-7814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Yuki Whitfield, passport A07814371, born October 22, 1963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10.37.17.117 (fallback 172.16.4.154), admin tokonkwo356@corp-demo.example.net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Elena C. Castellanos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+44 20 7566 8776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elena.castellanos16@demo-mail.example.com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205-45-8763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454794215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3216 Fenwick Street, Springfield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Yuki A. Whitfield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555-8080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billing26@northwind-demo.example.org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556-36-7903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A07814371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4382 Brambleton Road,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K. Okonkwo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+1-212-555-7814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tokonkwo356@corp-demo.example.net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205-45-8763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454794215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4054 Fenwick Street, Halifax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Blue Harbor Capital (3216 Fenwick Street, Springfield) represented by Thomas K. Okonkwo and Elena C. Castellanos, born 01/02/1971, passport 454794215, residing at 4382 Brambleton Road, Halifax.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GB77NWBK74097935789194. Send notices to billing26@northwind-demo.example.org or call +44 20 7566 8776. Copy Grace Vandermeer (SSN 556-36-7903)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Yuki, please charge card 5500 0481 9161 2090 for Orchard Lane Partners; my cell is +1-212-555-7814 and my email tokonkwo356@corp-demo.example.net. Regards, Oliver M. Lindqvist.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</Words>
  <Application>Microsoft Macintosh PowerPoint</Application>
  <PresentationFormat>On-screen Show (4:3)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>neopraxis.org</Company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Blue Harbor Capital</dc:title>
  <dc:subject>Contact elena.castellanos16@demo-mail.example.com</dc:subject>
  <dc:creator>Elena C. Castellanos</dc:creator>
  <cp:keywords>+44 20 7566 8776; billing26@northwind-demo.example.org</cp:keywords>
  <dc:description>Prepared for Yuki A. Whitfield</dc:description>
  <cp:lastModifiedBy>Steve Canny</cp:lastModifiedBy>
  <cp:revision>15</cp:revision>
  <dcterms:created xsi:type="dcterms:W3CDTF">2012-11-17T11:07:40Z</dcterms:created>
  <dcterms:modified xsi:type="dcterms:W3CDTF">2019-04-30T00:24:25Z</dcterms:modified>
  <cp:category/>
</cp:coreProperties>
</file>